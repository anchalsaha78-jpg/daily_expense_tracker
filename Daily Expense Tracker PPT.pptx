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diagrams/drawing1.xml" ContentType="application/vnd.ms-office.drawingml.diagramDrawing+xml"/>
  <Override PartName="/ppt/diagrams/quickStyle2.xml" ContentType="application/vnd.openxmlformats-officedocument.drawingml.diagramStyle+xml"/>
  <Override PartName="/ppt/diagrams/quickStyle3.xml" ContentType="application/vnd.openxmlformats-officedocument.drawingml.diagramStyl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diagrams/data3.xml" ContentType="application/vnd.openxmlformats-officedocument.drawingml.diagramData+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diagrams/colors2.xml" ContentType="application/vnd.openxmlformats-officedocument.drawingml.diagramColors+xml"/>
  <Override PartName="/ppt/diagrams/drawing3.xml" ContentType="application/vnd.ms-office.drawingml.diagramDrawing+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70" r:id="rId3"/>
    <p:sldId id="268" r:id="rId4"/>
    <p:sldId id="265" r:id="rId5"/>
    <p:sldId id="258" r:id="rId6"/>
    <p:sldId id="259" r:id="rId7"/>
    <p:sldId id="261" r:id="rId8"/>
    <p:sldId id="262" r:id="rId9"/>
    <p:sldId id="263" r:id="rId10"/>
    <p:sldId id="264" r:id="rId11"/>
    <p:sldId id="267" r:id="rId12"/>
    <p:sldId id="269"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FD725"/>
    <a:srgbClr val="E5CB2F"/>
    <a:srgbClr val="4A5356"/>
    <a:srgbClr val="9CA383"/>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A30101-1767-7510-A38B-1A07E258EEC9}" v="15" dt="2024-09-12T11:01:42.653"/>
    <p1510:client id="{97747344-3520-6DBC-70FA-13935FCA73DE}" v="5" dt="2024-09-12T10:02:52.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87" d="100"/>
          <a:sy n="87" d="100"/>
        </p:scale>
        <p:origin x="-394" y="-8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pita Roy" userId="1a89f5ea-4173-41b8-bbd3-e7bd3860e0db" providerId="ADAL" clId="{9C117E5F-4B76-441E-BA45-7E441C4B5FAE}"/>
    <pc:docChg chg="addSld delSld modSld">
      <pc:chgData name="Arpita Roy" userId="1a89f5ea-4173-41b8-bbd3-e7bd3860e0db" providerId="ADAL" clId="{9C117E5F-4B76-441E-BA45-7E441C4B5FAE}" dt="2024-09-12T10:53:24.011" v="58" actId="2696"/>
      <pc:docMkLst>
        <pc:docMk/>
      </pc:docMkLst>
      <pc:sldChg chg="modSp del">
        <pc:chgData name="Arpita Roy" userId="1a89f5ea-4173-41b8-bbd3-e7bd3860e0db" providerId="ADAL" clId="{9C117E5F-4B76-441E-BA45-7E441C4B5FAE}" dt="2024-09-12T10:53:24.011" v="58" actId="2696"/>
        <pc:sldMkLst>
          <pc:docMk/>
          <pc:sldMk cId="1189884346" sldId="257"/>
        </pc:sldMkLst>
        <pc:graphicFrameChg chg="mod">
          <ac:chgData name="Arpita Roy" userId="1a89f5ea-4173-41b8-bbd3-e7bd3860e0db" providerId="ADAL" clId="{9C117E5F-4B76-441E-BA45-7E441C4B5FAE}" dt="2024-09-12T10:51:19.182" v="52" actId="207"/>
          <ac:graphicFrameMkLst>
            <pc:docMk/>
            <pc:sldMk cId="1189884346" sldId="257"/>
            <ac:graphicFrameMk id="5" creationId="{E2F6407E-AAD2-A4D5-4610-A42FBD9CB175}"/>
          </ac:graphicFrameMkLst>
        </pc:graphicFrameChg>
      </pc:sldChg>
      <pc:sldChg chg="addSp modSp add mod">
        <pc:chgData name="Arpita Roy" userId="1a89f5ea-4173-41b8-bbd3-e7bd3860e0db" providerId="ADAL" clId="{9C117E5F-4B76-441E-BA45-7E441C4B5FAE}" dt="2024-09-12T10:53:12.092" v="57" actId="13782"/>
        <pc:sldMkLst>
          <pc:docMk/>
          <pc:sldMk cId="2883350127" sldId="270"/>
        </pc:sldMkLst>
        <pc:spChg chg="add mod">
          <ac:chgData name="Arpita Roy" userId="1a89f5ea-4173-41b8-bbd3-e7bd3860e0db" providerId="ADAL" clId="{9C117E5F-4B76-441E-BA45-7E441C4B5FAE}" dt="2024-09-12T10:51:27.880" v="53" actId="207"/>
          <ac:spMkLst>
            <pc:docMk/>
            <pc:sldMk cId="2883350127" sldId="270"/>
            <ac:spMk id="6" creationId="{3BD57785-5D15-79E9-3ECF-86C512858270}"/>
          </ac:spMkLst>
        </pc:spChg>
        <pc:spChg chg="add mod">
          <ac:chgData name="Arpita Roy" userId="1a89f5ea-4173-41b8-bbd3-e7bd3860e0db" providerId="ADAL" clId="{9C117E5F-4B76-441E-BA45-7E441C4B5FAE}" dt="2024-09-12T10:51:27.880" v="53" actId="207"/>
          <ac:spMkLst>
            <pc:docMk/>
            <pc:sldMk cId="2883350127" sldId="270"/>
            <ac:spMk id="7" creationId="{6E193F18-9816-2134-C79C-11FDD5C0D8D5}"/>
          </ac:spMkLst>
        </pc:spChg>
        <pc:grpChg chg="add mod">
          <ac:chgData name="Arpita Roy" userId="1a89f5ea-4173-41b8-bbd3-e7bd3860e0db" providerId="ADAL" clId="{9C117E5F-4B76-441E-BA45-7E441C4B5FAE}" dt="2024-09-12T10:51:27.880" v="53" actId="207"/>
          <ac:grpSpMkLst>
            <pc:docMk/>
            <pc:sldMk cId="2883350127" sldId="270"/>
            <ac:grpSpMk id="4" creationId="{7BCE0D83-DF72-32F8-B5DD-EE783615D5F8}"/>
          </ac:grpSpMkLst>
        </pc:grpChg>
        <pc:graphicFrameChg chg="add mod modGraphic">
          <ac:chgData name="Arpita Roy" userId="1a89f5ea-4173-41b8-bbd3-e7bd3860e0db" providerId="ADAL" clId="{9C117E5F-4B76-441E-BA45-7E441C4B5FAE}" dt="2024-09-12T10:53:12.092" v="57" actId="13782"/>
          <ac:graphicFrameMkLst>
            <pc:docMk/>
            <pc:sldMk cId="2883350127" sldId="270"/>
            <ac:graphicFrameMk id="3" creationId="{B8CED378-0A86-9823-1D3F-9B4061B1FE95}"/>
          </ac:graphicFrameMkLst>
        </pc:graphicFrameChg>
        <pc:graphicFrameChg chg="mod">
          <ac:chgData name="Arpita Roy" userId="1a89f5ea-4173-41b8-bbd3-e7bd3860e0db" providerId="ADAL" clId="{9C117E5F-4B76-441E-BA45-7E441C4B5FAE}" dt="2024-09-12T10:49:32.462" v="30" actId="14100"/>
          <ac:graphicFrameMkLst>
            <pc:docMk/>
            <pc:sldMk cId="2883350127" sldId="270"/>
            <ac:graphicFrameMk id="5" creationId="{E2F6407E-AAD2-A4D5-4610-A42FBD9CB175}"/>
          </ac:graphicFrameMkLst>
        </pc:graphicFrameChg>
      </pc:sldChg>
    </pc:docChg>
  </pc:docChgLst>
  <pc:docChgLst>
    <pc:chgData name="Guest User" userId="S::urn:spo:anon#346b1cb35b4c7a56675b0f6e40624df9e88e9046cf9a7f5cb11d79da4fea2842::" providerId="AD" clId="Web-{97747344-3520-6DBC-70FA-13935FCA73DE}"/>
    <pc:docChg chg="modSld">
      <pc:chgData name="Guest User" userId="S::urn:spo:anon#346b1cb35b4c7a56675b0f6e40624df9e88e9046cf9a7f5cb11d79da4fea2842::" providerId="AD" clId="Web-{97747344-3520-6DBC-70FA-13935FCA73DE}" dt="2024-09-12T10:02:52.776" v="4" actId="20577"/>
      <pc:docMkLst>
        <pc:docMk/>
      </pc:docMkLst>
      <pc:sldChg chg="modSp">
        <pc:chgData name="Guest User" userId="S::urn:spo:anon#346b1cb35b4c7a56675b0f6e40624df9e88e9046cf9a7f5cb11d79da4fea2842::" providerId="AD" clId="Web-{97747344-3520-6DBC-70FA-13935FCA73DE}" dt="2024-09-12T10:02:52.776" v="4" actId="20577"/>
        <pc:sldMkLst>
          <pc:docMk/>
          <pc:sldMk cId="3130655203" sldId="263"/>
        </pc:sldMkLst>
        <pc:spChg chg="mod">
          <ac:chgData name="Guest User" userId="S::urn:spo:anon#346b1cb35b4c7a56675b0f6e40624df9e88e9046cf9a7f5cb11d79da4fea2842::" providerId="AD" clId="Web-{97747344-3520-6DBC-70FA-13935FCA73DE}" dt="2024-09-12T10:02:52.776" v="4" actId="20577"/>
          <ac:spMkLst>
            <pc:docMk/>
            <pc:sldMk cId="3130655203" sldId="263"/>
            <ac:spMk id="2" creationId="{1EEEA8E4-2B1A-430A-A41B-30AE8D1A7E78}"/>
          </ac:spMkLst>
        </pc:spChg>
      </pc:sldChg>
    </pc:docChg>
  </pc:docChgLst>
  <pc:docChgLst>
    <pc:chgData name="Arpita Roy" userId="S::arpita@edunetfoundation.org::1a89f5ea-4173-41b8-bbd3-e7bd3860e0db" providerId="AD" clId="Web-{2AA30101-1767-7510-A38B-1A07E258EEC9}"/>
    <pc:docChg chg="modSld">
      <pc:chgData name="Arpita Roy" userId="S::arpita@edunetfoundation.org::1a89f5ea-4173-41b8-bbd3-e7bd3860e0db" providerId="AD" clId="Web-{2AA30101-1767-7510-A38B-1A07E258EEC9}" dt="2024-09-12T11:01:42.653" v="12"/>
      <pc:docMkLst>
        <pc:docMk/>
      </pc:docMkLst>
      <pc:sldChg chg="modSp">
        <pc:chgData name="Arpita Roy" userId="S::arpita@edunetfoundation.org::1a89f5ea-4173-41b8-bbd3-e7bd3860e0db" providerId="AD" clId="Web-{2AA30101-1767-7510-A38B-1A07E258EEC9}" dt="2024-09-12T11:01:33.575" v="11"/>
        <pc:sldMkLst>
          <pc:docMk/>
          <pc:sldMk cId="2277255098" sldId="268"/>
        </pc:sldMkLst>
        <pc:spChg chg="mod">
          <ac:chgData name="Arpita Roy" userId="S::arpita@edunetfoundation.org::1a89f5ea-4173-41b8-bbd3-e7bd3860e0db" providerId="AD" clId="Web-{2AA30101-1767-7510-A38B-1A07E258EEC9}" dt="2024-09-12T11:01:33.575" v="11"/>
          <ac:spMkLst>
            <pc:docMk/>
            <pc:sldMk cId="2277255098" sldId="268"/>
            <ac:spMk id="18" creationId="{2AEFFFF2-9EB4-4B6C-B9F8-2BA3EF89A21C}"/>
          </ac:spMkLst>
        </pc:spChg>
      </pc:sldChg>
      <pc:sldChg chg="modSp">
        <pc:chgData name="Arpita Roy" userId="S::arpita@edunetfoundation.org::1a89f5ea-4173-41b8-bbd3-e7bd3860e0db" providerId="AD" clId="Web-{2AA30101-1767-7510-A38B-1A07E258EEC9}" dt="2024-09-12T10:54:12.181" v="10" actId="20577"/>
        <pc:sldMkLst>
          <pc:docMk/>
          <pc:sldMk cId="2900703761" sldId="269"/>
        </pc:sldMkLst>
        <pc:spChg chg="mod">
          <ac:chgData name="Arpita Roy" userId="S::arpita@edunetfoundation.org::1a89f5ea-4173-41b8-bbd3-e7bd3860e0db" providerId="AD" clId="Web-{2AA30101-1767-7510-A38B-1A07E258EEC9}" dt="2024-09-12T10:54:12.181" v="10" actId="20577"/>
          <ac:spMkLst>
            <pc:docMk/>
            <pc:sldMk cId="2900703761" sldId="269"/>
            <ac:spMk id="2" creationId="{9B5131FA-8D36-492B-8E16-2BB465AADDDF}"/>
          </ac:spMkLst>
        </pc:spChg>
      </pc:sldChg>
      <pc:sldChg chg="modSp">
        <pc:chgData name="Arpita Roy" userId="S::arpita@edunetfoundation.org::1a89f5ea-4173-41b8-bbd3-e7bd3860e0db" providerId="AD" clId="Web-{2AA30101-1767-7510-A38B-1A07E258EEC9}" dt="2024-09-12T11:01:42.653" v="12"/>
        <pc:sldMkLst>
          <pc:docMk/>
          <pc:sldMk cId="2883350127" sldId="270"/>
        </pc:sldMkLst>
        <pc:spChg chg="mod">
          <ac:chgData name="Arpita Roy" userId="S::arpita@edunetfoundation.org::1a89f5ea-4173-41b8-bbd3-e7bd3860e0db" providerId="AD" clId="Web-{2AA30101-1767-7510-A38B-1A07E258EEC9}" dt="2024-09-12T11:01:42.653" v="12"/>
          <ac:spMkLst>
            <pc:docMk/>
            <pc:sldMk cId="2883350127" sldId="270"/>
            <ac:spMk id="20" creationId="{4E866FF9-A729-45F0-A163-10E89E871602}"/>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4" Type="http://schemas.openxmlformats.org/officeDocument/2006/relationships/image" Target="../media/image4.jpeg"/></Relationships>
</file>

<file path=ppt/diagrams/_rels/data3.xml.rels><?xml version="1.0" encoding="UTF-8" standalone="yes"?>
<Relationships xmlns="http://schemas.openxmlformats.org/package/2006/relationships"><Relationship Id="rId1" Type="http://schemas.openxmlformats.org/officeDocument/2006/relationships/image" Target="../media/image5.png"/></Relationships>
</file>

<file path=ppt/diagrams/_rels/drawing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4" Type="http://schemas.openxmlformats.org/officeDocument/2006/relationships/image" Target="../media/image4.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F6A618-09FA-4FA9-896D-79F33E5C14FB}" type="doc">
      <dgm:prSet loTypeId="urn:microsoft.com/office/officeart/2005/8/layout/vList5" loCatId="list" qsTypeId="urn:microsoft.com/office/officeart/2005/8/quickstyle/simple1" qsCatId="simple" csTypeId="urn:microsoft.com/office/officeart/2005/8/colors/colorful1#1" csCatId="colorful"/>
      <dgm:spPr/>
      <dgm:t>
        <a:bodyPr/>
        <a:lstStyle/>
        <a:p>
          <a:endParaRPr lang="en-US"/>
        </a:p>
      </dgm:t>
    </dgm:pt>
    <dgm:pt modelId="{0D63C321-B6BF-4F44-8460-059C4DB479A8}" type="pres">
      <dgm:prSet presAssocID="{21F6A618-09FA-4FA9-896D-79F33E5C14FB}" presName="Name0" presStyleCnt="0">
        <dgm:presLayoutVars>
          <dgm:dir/>
          <dgm:animLvl val="lvl"/>
          <dgm:resizeHandles val="exact"/>
        </dgm:presLayoutVars>
      </dgm:prSet>
      <dgm:spPr/>
      <dgm:t>
        <a:bodyPr/>
        <a:lstStyle/>
        <a:p>
          <a:endParaRPr lang="en-US"/>
        </a:p>
      </dgm:t>
    </dgm:pt>
  </dgm:ptLst>
  <dgm:cxnLst>
    <dgm:cxn modelId="{1BD35A9B-9895-054D-B983-D76CB588D357}" type="presOf" srcId="{21F6A618-09FA-4FA9-896D-79F33E5C14FB}" destId="{0D63C321-B6BF-4F44-8460-059C4DB479A8}" srcOrd="0" destOrd="0" presId="urn:microsoft.com/office/officeart/2005/8/layout/vList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990C0E-385A-46E1-A872-03852ADA83AA}" type="doc">
      <dgm:prSet loTypeId="urn:microsoft.com/office/officeart/2008/layout/BendingPictureSemiTransparentText" loCatId="picture" qsTypeId="urn:microsoft.com/office/officeart/2005/8/quickstyle/simple1" qsCatId="simple" csTypeId="urn:microsoft.com/office/officeart/2005/8/colors/accent1_2" csCatId="accent1" phldr="1"/>
      <dgm:spPr/>
      <dgm:t>
        <a:bodyPr/>
        <a:lstStyle/>
        <a:p>
          <a:endParaRPr lang="en-US"/>
        </a:p>
      </dgm:t>
    </dgm:pt>
    <dgm:pt modelId="{2A6E1FD2-C312-44E0-8D4F-62D0B25DEF3D}">
      <dgm:prSet custT="1"/>
      <dgm:spPr>
        <a:solidFill>
          <a:schemeClr val="accent1">
            <a:lumMod val="20000"/>
            <a:lumOff val="80000"/>
            <a:alpha val="40000"/>
          </a:schemeClr>
        </a:solidFill>
      </dgm:spPr>
      <dgm:t>
        <a:bodyPr/>
        <a:lstStyle/>
        <a:p>
          <a:r>
            <a:rPr lang="en-IN" sz="2000" dirty="0" err="1" smtClean="0">
              <a:solidFill>
                <a:schemeClr val="tx2">
                  <a:lumMod val="50000"/>
                </a:schemeClr>
              </a:solidFill>
            </a:rPr>
            <a:t>Anchal</a:t>
          </a:r>
          <a:endParaRPr lang="en-US" sz="2000" dirty="0">
            <a:solidFill>
              <a:schemeClr val="tx2">
                <a:lumMod val="50000"/>
              </a:schemeClr>
            </a:solidFill>
          </a:endParaRPr>
        </a:p>
      </dgm:t>
    </dgm:pt>
    <dgm:pt modelId="{44F95057-5241-437B-867E-E88C19DED002}" type="parTrans" cxnId="{B83602C7-9F62-4F8B-A8CB-890C8908B36E}">
      <dgm:prSet/>
      <dgm:spPr/>
      <dgm:t>
        <a:bodyPr/>
        <a:lstStyle/>
        <a:p>
          <a:endParaRPr lang="en-US"/>
        </a:p>
      </dgm:t>
    </dgm:pt>
    <dgm:pt modelId="{7161A157-77DD-4654-83AD-85053500904D}" type="sibTrans" cxnId="{B83602C7-9F62-4F8B-A8CB-890C8908B36E}">
      <dgm:prSet/>
      <dgm:spPr/>
      <dgm:t>
        <a:bodyPr/>
        <a:lstStyle/>
        <a:p>
          <a:endParaRPr lang="en-US"/>
        </a:p>
      </dgm:t>
    </dgm:pt>
    <dgm:pt modelId="{52DFE429-4D8F-4E83-8247-35E3D421C5BC}">
      <dgm:prSet custT="1"/>
      <dgm:spPr/>
      <dgm:t>
        <a:bodyPr/>
        <a:lstStyle/>
        <a:p>
          <a:r>
            <a:rPr lang="en-IN" sz="2000" dirty="0" err="1" smtClean="0">
              <a:solidFill>
                <a:schemeClr val="tx2">
                  <a:lumMod val="50000"/>
                </a:schemeClr>
              </a:solidFill>
            </a:rPr>
            <a:t>Jyoti</a:t>
          </a:r>
          <a:endParaRPr lang="en-US" sz="2000" dirty="0">
            <a:solidFill>
              <a:schemeClr val="tx2">
                <a:lumMod val="50000"/>
              </a:schemeClr>
            </a:solidFill>
          </a:endParaRPr>
        </a:p>
      </dgm:t>
    </dgm:pt>
    <dgm:pt modelId="{29178585-482F-44F1-8411-EEE4FEB0A18B}" type="parTrans" cxnId="{48BC4E36-219E-4C17-9D2E-465B191DCFE4}">
      <dgm:prSet/>
      <dgm:spPr/>
      <dgm:t>
        <a:bodyPr/>
        <a:lstStyle/>
        <a:p>
          <a:endParaRPr lang="en-US"/>
        </a:p>
      </dgm:t>
    </dgm:pt>
    <dgm:pt modelId="{8E98556B-D954-4E58-94F6-DB98180A4585}" type="sibTrans" cxnId="{48BC4E36-219E-4C17-9D2E-465B191DCFE4}">
      <dgm:prSet/>
      <dgm:spPr/>
      <dgm:t>
        <a:bodyPr/>
        <a:lstStyle/>
        <a:p>
          <a:endParaRPr lang="en-US"/>
        </a:p>
      </dgm:t>
    </dgm:pt>
    <dgm:pt modelId="{6E9E8653-8BC8-4C52-A35B-2769E502392D}">
      <dgm:prSet custT="1"/>
      <dgm:spPr/>
      <dgm:t>
        <a:bodyPr/>
        <a:lstStyle/>
        <a:p>
          <a:r>
            <a:rPr lang="en-IN" sz="2000" dirty="0" err="1" smtClean="0">
              <a:solidFill>
                <a:schemeClr val="tx2">
                  <a:lumMod val="50000"/>
                </a:schemeClr>
              </a:solidFill>
            </a:rPr>
            <a:t>Anuradha</a:t>
          </a:r>
          <a:endParaRPr lang="en-US" sz="2000" dirty="0">
            <a:solidFill>
              <a:schemeClr val="tx2">
                <a:lumMod val="50000"/>
              </a:schemeClr>
            </a:solidFill>
          </a:endParaRPr>
        </a:p>
      </dgm:t>
    </dgm:pt>
    <dgm:pt modelId="{82B45140-462E-4C8B-9B25-E35F1EF90BB3}" type="parTrans" cxnId="{BE2EDDE4-F6AF-4ADF-B7B8-8B53B7B8A88E}">
      <dgm:prSet/>
      <dgm:spPr/>
      <dgm:t>
        <a:bodyPr/>
        <a:lstStyle/>
        <a:p>
          <a:endParaRPr lang="en-US"/>
        </a:p>
      </dgm:t>
    </dgm:pt>
    <dgm:pt modelId="{BC7146B3-9BDF-4553-B199-2DB02A9555FA}" type="sibTrans" cxnId="{BE2EDDE4-F6AF-4ADF-B7B8-8B53B7B8A88E}">
      <dgm:prSet/>
      <dgm:spPr/>
      <dgm:t>
        <a:bodyPr/>
        <a:lstStyle/>
        <a:p>
          <a:endParaRPr lang="en-US"/>
        </a:p>
      </dgm:t>
    </dgm:pt>
    <dgm:pt modelId="{A1F4593A-63D0-42D9-8664-58C36CAF2C13}">
      <dgm:prSet custT="1"/>
      <dgm:spPr/>
      <dgm:t>
        <a:bodyPr/>
        <a:lstStyle/>
        <a:p>
          <a:r>
            <a:rPr lang="en-IN" sz="2000" dirty="0" err="1" smtClean="0">
              <a:solidFill>
                <a:schemeClr val="tx1">
                  <a:lumMod val="95000"/>
                  <a:lumOff val="5000"/>
                </a:schemeClr>
              </a:solidFill>
            </a:rPr>
            <a:t>Mahima</a:t>
          </a:r>
          <a:endParaRPr lang="en-US" sz="2000" dirty="0">
            <a:solidFill>
              <a:schemeClr val="tx1">
                <a:lumMod val="95000"/>
                <a:lumOff val="5000"/>
              </a:schemeClr>
            </a:solidFill>
          </a:endParaRPr>
        </a:p>
      </dgm:t>
    </dgm:pt>
    <dgm:pt modelId="{9E62E5F5-4180-43BA-94E5-A93CA903CBDE}" type="parTrans" cxnId="{F903AA03-30E0-4EE0-8539-3BC273F6D75B}">
      <dgm:prSet/>
      <dgm:spPr/>
      <dgm:t>
        <a:bodyPr/>
        <a:lstStyle/>
        <a:p>
          <a:endParaRPr lang="en-US"/>
        </a:p>
      </dgm:t>
    </dgm:pt>
    <dgm:pt modelId="{43EB3D60-2164-4D24-99E6-B02D2AEDF85E}" type="sibTrans" cxnId="{F903AA03-30E0-4EE0-8539-3BC273F6D75B}">
      <dgm:prSet/>
      <dgm:spPr/>
      <dgm:t>
        <a:bodyPr/>
        <a:lstStyle/>
        <a:p>
          <a:endParaRPr lang="en-US"/>
        </a:p>
      </dgm:t>
    </dgm:pt>
    <dgm:pt modelId="{E51EB8E7-DD72-46C1-B39A-364CA3CDCF01}" type="pres">
      <dgm:prSet presAssocID="{D4990C0E-385A-46E1-A872-03852ADA83AA}" presName="Name0" presStyleCnt="0">
        <dgm:presLayoutVars>
          <dgm:dir/>
          <dgm:resizeHandles val="exact"/>
        </dgm:presLayoutVars>
      </dgm:prSet>
      <dgm:spPr/>
      <dgm:t>
        <a:bodyPr/>
        <a:lstStyle/>
        <a:p>
          <a:endParaRPr lang="en-US"/>
        </a:p>
      </dgm:t>
    </dgm:pt>
    <dgm:pt modelId="{9B283DD1-F684-445E-A8B5-7FFD75260CAB}" type="pres">
      <dgm:prSet presAssocID="{2A6E1FD2-C312-44E0-8D4F-62D0B25DEF3D}" presName="composite" presStyleCnt="0"/>
      <dgm:spPr/>
    </dgm:pt>
    <dgm:pt modelId="{31B2C2FD-2E8E-46DF-BBEC-7E89A21861D6}" type="pres">
      <dgm:prSet presAssocID="{2A6E1FD2-C312-44E0-8D4F-62D0B25DEF3D}" presName="rect1" presStyleLbl="bgShp" presStyleIdx="0" presStyleCnt="4" custScaleX="136557" custScaleY="138670"/>
      <dgm:spPr>
        <a:blipFill rotWithShape="0">
          <a:blip xmlns:r="http://schemas.openxmlformats.org/officeDocument/2006/relationships" r:embed="rId1"/>
          <a:stretch>
            <a:fillRect/>
          </a:stretch>
        </a:blipFill>
      </dgm:spPr>
      <dgm:t>
        <a:bodyPr/>
        <a:lstStyle/>
        <a:p>
          <a:endParaRPr lang="en-US"/>
        </a:p>
      </dgm:t>
    </dgm:pt>
    <dgm:pt modelId="{244603A0-6E4C-43F7-8EA3-82CF4D464933}" type="pres">
      <dgm:prSet presAssocID="{2A6E1FD2-C312-44E0-8D4F-62D0B25DEF3D}" presName="rect2" presStyleLbl="trBgShp" presStyleIdx="0" presStyleCnt="4" custScaleX="133053" custLinFactNeighborX="-1313" custLinFactNeighborY="86157">
        <dgm:presLayoutVars>
          <dgm:bulletEnabled val="1"/>
        </dgm:presLayoutVars>
      </dgm:prSet>
      <dgm:spPr/>
      <dgm:t>
        <a:bodyPr/>
        <a:lstStyle/>
        <a:p>
          <a:endParaRPr lang="en-US"/>
        </a:p>
      </dgm:t>
    </dgm:pt>
    <dgm:pt modelId="{202170CC-365C-4198-8C12-0919EB3DC229}" type="pres">
      <dgm:prSet presAssocID="{7161A157-77DD-4654-83AD-85053500904D}" presName="sibTrans" presStyleCnt="0"/>
      <dgm:spPr/>
    </dgm:pt>
    <dgm:pt modelId="{53FF62FF-A0A1-4EA0-9B3D-C59EDFD13FC9}" type="pres">
      <dgm:prSet presAssocID="{52DFE429-4D8F-4E83-8247-35E3D421C5BC}" presName="composite" presStyleCnt="0"/>
      <dgm:spPr/>
    </dgm:pt>
    <dgm:pt modelId="{0205B927-6FCD-48F4-B5CB-61E08D0B1DC7}" type="pres">
      <dgm:prSet presAssocID="{52DFE429-4D8F-4E83-8247-35E3D421C5BC}" presName="rect1" presStyleLbl="bgShp" presStyleIdx="1" presStyleCnt="4" custScaleX="146439" custScaleY="136023"/>
      <dgm:spPr>
        <a:blipFill>
          <a:blip xmlns:r="http://schemas.openxmlformats.org/officeDocument/2006/relationships" r:embed="rId2">
            <a:extLst>
              <a:ext uri="{28A0092B-C50C-407E-A947-70E740481C1C}">
                <a14:useLocalDpi xmlns:a14="http://schemas.microsoft.com/office/drawing/2010/main" xmlns="" val="0"/>
              </a:ext>
            </a:extLst>
          </a:blip>
          <a:srcRect/>
          <a:stretch>
            <a:fillRect t="-34000" b="-34000"/>
          </a:stretch>
        </a:blipFill>
      </dgm:spPr>
      <dgm:t>
        <a:bodyPr/>
        <a:lstStyle/>
        <a:p>
          <a:endParaRPr lang="en-US"/>
        </a:p>
      </dgm:t>
    </dgm:pt>
    <dgm:pt modelId="{1C170DB8-1B1C-4904-A41A-141F44C4B928}" type="pres">
      <dgm:prSet presAssocID="{52DFE429-4D8F-4E83-8247-35E3D421C5BC}" presName="rect2" presStyleLbl="trBgShp" presStyleIdx="1" presStyleCnt="4" custScaleX="144737" custLinFactNeighborX="1336" custLinFactNeighborY="81185">
        <dgm:presLayoutVars>
          <dgm:bulletEnabled val="1"/>
        </dgm:presLayoutVars>
      </dgm:prSet>
      <dgm:spPr/>
      <dgm:t>
        <a:bodyPr/>
        <a:lstStyle/>
        <a:p>
          <a:endParaRPr lang="en-US"/>
        </a:p>
      </dgm:t>
    </dgm:pt>
    <dgm:pt modelId="{FC86206A-F1F4-4413-9358-F5DB48E5964D}" type="pres">
      <dgm:prSet presAssocID="{8E98556B-D954-4E58-94F6-DB98180A4585}" presName="sibTrans" presStyleCnt="0"/>
      <dgm:spPr/>
    </dgm:pt>
    <dgm:pt modelId="{D33AF38E-8E2B-494E-8442-160A35084E7D}" type="pres">
      <dgm:prSet presAssocID="{6E9E8653-8BC8-4C52-A35B-2769E502392D}" presName="composite" presStyleCnt="0"/>
      <dgm:spPr/>
    </dgm:pt>
    <dgm:pt modelId="{21CA5776-F04D-4D27-BE76-A00E5A36C5E0}" type="pres">
      <dgm:prSet presAssocID="{6E9E8653-8BC8-4C52-A35B-2769E502392D}" presName="rect1" presStyleLbl="bgShp" presStyleIdx="2" presStyleCnt="4" custScaleX="143835" custScaleY="129512" custLinFactNeighborX="-26515" custLinFactNeighborY="-7216"/>
      <dgm:spPr>
        <a:blipFill>
          <a:blip xmlns:r="http://schemas.openxmlformats.org/officeDocument/2006/relationships" r:embed="rId3">
            <a:extLst>
              <a:ext uri="{28A0092B-C50C-407E-A947-70E740481C1C}">
                <a14:useLocalDpi xmlns:a14="http://schemas.microsoft.com/office/drawing/2010/main" xmlns="" val="0"/>
              </a:ext>
            </a:extLst>
          </a:blip>
          <a:srcRect/>
          <a:stretch>
            <a:fillRect t="-36000" b="-36000"/>
          </a:stretch>
        </a:blipFill>
      </dgm:spPr>
      <dgm:t>
        <a:bodyPr/>
        <a:lstStyle/>
        <a:p>
          <a:endParaRPr lang="en-US"/>
        </a:p>
      </dgm:t>
    </dgm:pt>
    <dgm:pt modelId="{AB53B20B-C6D5-4022-A9C6-6CE1E16884D9}" type="pres">
      <dgm:prSet presAssocID="{6E9E8653-8BC8-4C52-A35B-2769E502392D}" presName="rect2" presStyleLbl="trBgShp" presStyleIdx="2" presStyleCnt="4" custScaleX="130041" custScaleY="95477" custLinFactNeighborX="-22416" custLinFactNeighborY="23581">
        <dgm:presLayoutVars>
          <dgm:bulletEnabled val="1"/>
        </dgm:presLayoutVars>
      </dgm:prSet>
      <dgm:spPr/>
      <dgm:t>
        <a:bodyPr/>
        <a:lstStyle/>
        <a:p>
          <a:endParaRPr lang="en-US"/>
        </a:p>
      </dgm:t>
    </dgm:pt>
    <dgm:pt modelId="{7A9BCE0A-145D-43BD-BE5E-B019602B8CF4}" type="pres">
      <dgm:prSet presAssocID="{BC7146B3-9BDF-4553-B199-2DB02A9555FA}" presName="sibTrans" presStyleCnt="0"/>
      <dgm:spPr/>
    </dgm:pt>
    <dgm:pt modelId="{AE8FB2BF-E2E5-4304-BFFA-E38E960B35B3}" type="pres">
      <dgm:prSet presAssocID="{A1F4593A-63D0-42D9-8664-58C36CAF2C13}" presName="composite" presStyleCnt="0"/>
      <dgm:spPr/>
    </dgm:pt>
    <dgm:pt modelId="{195559A7-AD80-4976-A6E3-13710BA98B71}" type="pres">
      <dgm:prSet presAssocID="{A1F4593A-63D0-42D9-8664-58C36CAF2C13}" presName="rect1" presStyleLbl="bgShp" presStyleIdx="3" presStyleCnt="4" custScaleX="128166" custScaleY="133372" custLinFactNeighborX="-79" custLinFactNeighborY="-7333"/>
      <dgm:spPr>
        <a:blipFill>
          <a:blip xmlns:r="http://schemas.openxmlformats.org/officeDocument/2006/relationships" r:embed="rId4">
            <a:extLst>
              <a:ext uri="{28A0092B-C50C-407E-A947-70E740481C1C}">
                <a14:useLocalDpi xmlns:a14="http://schemas.microsoft.com/office/drawing/2010/main" xmlns="" val="0"/>
              </a:ext>
            </a:extLst>
          </a:blip>
          <a:srcRect/>
          <a:stretch>
            <a:fillRect t="-25000" b="-25000"/>
          </a:stretch>
        </a:blipFill>
      </dgm:spPr>
      <dgm:t>
        <a:bodyPr/>
        <a:lstStyle/>
        <a:p>
          <a:endParaRPr lang="en-US"/>
        </a:p>
      </dgm:t>
    </dgm:pt>
    <dgm:pt modelId="{8D7B03B8-B727-4DB5-ADEC-DDBD2B38903B}" type="pres">
      <dgm:prSet presAssocID="{A1F4593A-63D0-42D9-8664-58C36CAF2C13}" presName="rect2" presStyleLbl="trBgShp" presStyleIdx="3" presStyleCnt="4">
        <dgm:presLayoutVars>
          <dgm:bulletEnabled val="1"/>
        </dgm:presLayoutVars>
      </dgm:prSet>
      <dgm:spPr/>
      <dgm:t>
        <a:bodyPr/>
        <a:lstStyle/>
        <a:p>
          <a:endParaRPr lang="en-US"/>
        </a:p>
      </dgm:t>
    </dgm:pt>
  </dgm:ptLst>
  <dgm:cxnLst>
    <dgm:cxn modelId="{7617E200-38D1-4290-979E-C41F12AD193F}" type="presOf" srcId="{A1F4593A-63D0-42D9-8664-58C36CAF2C13}" destId="{8D7B03B8-B727-4DB5-ADEC-DDBD2B38903B}" srcOrd="0" destOrd="0" presId="urn:microsoft.com/office/officeart/2008/layout/BendingPictureSemiTransparentText"/>
    <dgm:cxn modelId="{B83602C7-9F62-4F8B-A8CB-890C8908B36E}" srcId="{D4990C0E-385A-46E1-A872-03852ADA83AA}" destId="{2A6E1FD2-C312-44E0-8D4F-62D0B25DEF3D}" srcOrd="0" destOrd="0" parTransId="{44F95057-5241-437B-867E-E88C19DED002}" sibTransId="{7161A157-77DD-4654-83AD-85053500904D}"/>
    <dgm:cxn modelId="{1F96EBE2-BD2C-45F6-A051-87CF3807C652}" type="presOf" srcId="{D4990C0E-385A-46E1-A872-03852ADA83AA}" destId="{E51EB8E7-DD72-46C1-B39A-364CA3CDCF01}" srcOrd="0" destOrd="0" presId="urn:microsoft.com/office/officeart/2008/layout/BendingPictureSemiTransparentText"/>
    <dgm:cxn modelId="{48BC4E36-219E-4C17-9D2E-465B191DCFE4}" srcId="{D4990C0E-385A-46E1-A872-03852ADA83AA}" destId="{52DFE429-4D8F-4E83-8247-35E3D421C5BC}" srcOrd="1" destOrd="0" parTransId="{29178585-482F-44F1-8411-EEE4FEB0A18B}" sibTransId="{8E98556B-D954-4E58-94F6-DB98180A4585}"/>
    <dgm:cxn modelId="{E1AD0998-6955-4600-8AB9-8264374B576C}" type="presOf" srcId="{52DFE429-4D8F-4E83-8247-35E3D421C5BC}" destId="{1C170DB8-1B1C-4904-A41A-141F44C4B928}" srcOrd="0" destOrd="0" presId="urn:microsoft.com/office/officeart/2008/layout/BendingPictureSemiTransparentText"/>
    <dgm:cxn modelId="{858611F9-94F1-4024-A18B-1F3D86E2603F}" type="presOf" srcId="{6E9E8653-8BC8-4C52-A35B-2769E502392D}" destId="{AB53B20B-C6D5-4022-A9C6-6CE1E16884D9}" srcOrd="0" destOrd="0" presId="urn:microsoft.com/office/officeart/2008/layout/BendingPictureSemiTransparentText"/>
    <dgm:cxn modelId="{EBC72601-4ED0-4858-ACCE-246747221301}" type="presOf" srcId="{2A6E1FD2-C312-44E0-8D4F-62D0B25DEF3D}" destId="{244603A0-6E4C-43F7-8EA3-82CF4D464933}" srcOrd="0" destOrd="0" presId="urn:microsoft.com/office/officeart/2008/layout/BendingPictureSemiTransparentText"/>
    <dgm:cxn modelId="{BE2EDDE4-F6AF-4ADF-B7B8-8B53B7B8A88E}" srcId="{D4990C0E-385A-46E1-A872-03852ADA83AA}" destId="{6E9E8653-8BC8-4C52-A35B-2769E502392D}" srcOrd="2" destOrd="0" parTransId="{82B45140-462E-4C8B-9B25-E35F1EF90BB3}" sibTransId="{BC7146B3-9BDF-4553-B199-2DB02A9555FA}"/>
    <dgm:cxn modelId="{F903AA03-30E0-4EE0-8539-3BC273F6D75B}" srcId="{D4990C0E-385A-46E1-A872-03852ADA83AA}" destId="{A1F4593A-63D0-42D9-8664-58C36CAF2C13}" srcOrd="3" destOrd="0" parTransId="{9E62E5F5-4180-43BA-94E5-A93CA903CBDE}" sibTransId="{43EB3D60-2164-4D24-99E6-B02D2AEDF85E}"/>
    <dgm:cxn modelId="{40F84F1F-5198-4E65-83DD-8C930DCA02B4}" type="presParOf" srcId="{E51EB8E7-DD72-46C1-B39A-364CA3CDCF01}" destId="{9B283DD1-F684-445E-A8B5-7FFD75260CAB}" srcOrd="0" destOrd="0" presId="urn:microsoft.com/office/officeart/2008/layout/BendingPictureSemiTransparentText"/>
    <dgm:cxn modelId="{C568537B-413C-4D48-8D09-EE659F3ACABE}" type="presParOf" srcId="{9B283DD1-F684-445E-A8B5-7FFD75260CAB}" destId="{31B2C2FD-2E8E-46DF-BBEC-7E89A21861D6}" srcOrd="0" destOrd="0" presId="urn:microsoft.com/office/officeart/2008/layout/BendingPictureSemiTransparentText"/>
    <dgm:cxn modelId="{CD838BCD-833B-454F-9575-AF1B7787557A}" type="presParOf" srcId="{9B283DD1-F684-445E-A8B5-7FFD75260CAB}" destId="{244603A0-6E4C-43F7-8EA3-82CF4D464933}" srcOrd="1" destOrd="0" presId="urn:microsoft.com/office/officeart/2008/layout/BendingPictureSemiTransparentText"/>
    <dgm:cxn modelId="{DD7316F3-C12D-4800-9229-BBD6C0E0CA74}" type="presParOf" srcId="{E51EB8E7-DD72-46C1-B39A-364CA3CDCF01}" destId="{202170CC-365C-4198-8C12-0919EB3DC229}" srcOrd="1" destOrd="0" presId="urn:microsoft.com/office/officeart/2008/layout/BendingPictureSemiTransparentText"/>
    <dgm:cxn modelId="{C370489E-C397-4B77-8F76-3BBC0166E5B0}" type="presParOf" srcId="{E51EB8E7-DD72-46C1-B39A-364CA3CDCF01}" destId="{53FF62FF-A0A1-4EA0-9B3D-C59EDFD13FC9}" srcOrd="2" destOrd="0" presId="urn:microsoft.com/office/officeart/2008/layout/BendingPictureSemiTransparentText"/>
    <dgm:cxn modelId="{914AA82B-E000-4EE7-87D5-73A5FB684C07}" type="presParOf" srcId="{53FF62FF-A0A1-4EA0-9B3D-C59EDFD13FC9}" destId="{0205B927-6FCD-48F4-B5CB-61E08D0B1DC7}" srcOrd="0" destOrd="0" presId="urn:microsoft.com/office/officeart/2008/layout/BendingPictureSemiTransparentText"/>
    <dgm:cxn modelId="{FA4A7E8C-462E-425A-931B-9ACD0DA6658C}" type="presParOf" srcId="{53FF62FF-A0A1-4EA0-9B3D-C59EDFD13FC9}" destId="{1C170DB8-1B1C-4904-A41A-141F44C4B928}" srcOrd="1" destOrd="0" presId="urn:microsoft.com/office/officeart/2008/layout/BendingPictureSemiTransparentText"/>
    <dgm:cxn modelId="{7A60C501-11FE-453E-8C54-28D8D23AFC88}" type="presParOf" srcId="{E51EB8E7-DD72-46C1-B39A-364CA3CDCF01}" destId="{FC86206A-F1F4-4413-9358-F5DB48E5964D}" srcOrd="3" destOrd="0" presId="urn:microsoft.com/office/officeart/2008/layout/BendingPictureSemiTransparentText"/>
    <dgm:cxn modelId="{46A835FD-93A9-4CCA-B712-5CBB49C93B21}" type="presParOf" srcId="{E51EB8E7-DD72-46C1-B39A-364CA3CDCF01}" destId="{D33AF38E-8E2B-494E-8442-160A35084E7D}" srcOrd="4" destOrd="0" presId="urn:microsoft.com/office/officeart/2008/layout/BendingPictureSemiTransparentText"/>
    <dgm:cxn modelId="{44CEE286-A7D4-48B0-B2E3-AAB6E4DFB9F9}" type="presParOf" srcId="{D33AF38E-8E2B-494E-8442-160A35084E7D}" destId="{21CA5776-F04D-4D27-BE76-A00E5A36C5E0}" srcOrd="0" destOrd="0" presId="urn:microsoft.com/office/officeart/2008/layout/BendingPictureSemiTransparentText"/>
    <dgm:cxn modelId="{1B5879DB-70C7-43A8-B2A0-91AC44A40FDE}" type="presParOf" srcId="{D33AF38E-8E2B-494E-8442-160A35084E7D}" destId="{AB53B20B-C6D5-4022-A9C6-6CE1E16884D9}" srcOrd="1" destOrd="0" presId="urn:microsoft.com/office/officeart/2008/layout/BendingPictureSemiTransparentText"/>
    <dgm:cxn modelId="{F32898CE-15A4-46EE-BE98-46F0D5985407}" type="presParOf" srcId="{E51EB8E7-DD72-46C1-B39A-364CA3CDCF01}" destId="{7A9BCE0A-145D-43BD-BE5E-B019602B8CF4}" srcOrd="5" destOrd="0" presId="urn:microsoft.com/office/officeart/2008/layout/BendingPictureSemiTransparentText"/>
    <dgm:cxn modelId="{ECD225DE-58C8-4550-807C-B3C23A1E6C9F}" type="presParOf" srcId="{E51EB8E7-DD72-46C1-B39A-364CA3CDCF01}" destId="{AE8FB2BF-E2E5-4304-BFFA-E38E960B35B3}" srcOrd="6" destOrd="0" presId="urn:microsoft.com/office/officeart/2008/layout/BendingPictureSemiTransparentText"/>
    <dgm:cxn modelId="{880FD788-2B09-4B27-851A-B0D65193BF89}" type="presParOf" srcId="{AE8FB2BF-E2E5-4304-BFFA-E38E960B35B3}" destId="{195559A7-AD80-4976-A6E3-13710BA98B71}" srcOrd="0" destOrd="0" presId="urn:microsoft.com/office/officeart/2008/layout/BendingPictureSemiTransparentText"/>
    <dgm:cxn modelId="{0F89B4B2-43EE-4CFE-9937-8ADEE0BB9FAB}" type="presParOf" srcId="{AE8FB2BF-E2E5-4304-BFFA-E38E960B35B3}" destId="{8D7B03B8-B727-4DB5-ADEC-DDBD2B38903B}" srcOrd="1" destOrd="0" presId="urn:microsoft.com/office/officeart/2008/layout/BendingPictureSemiTransparentText"/>
  </dgm:cxnLst>
  <dgm:bg/>
  <dgm:whole/>
  <dgm:extLst>
    <a:ext uri="http://schemas.microsoft.com/office/drawing/2008/diagram">
      <dsp:dataModelExt xmlns:dsp="http://schemas.microsoft.com/office/drawing/2008/diagram" xmlns=""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990C0E-385A-46E1-A872-03852ADA83AA}" type="doc">
      <dgm:prSet loTypeId="urn:microsoft.com/office/officeart/2008/layout/BendingPictureSemiTransparentText" loCatId="picture" qsTypeId="urn:microsoft.com/office/officeart/2005/8/quickstyle/simple1" qsCatId="simple" csTypeId="urn:microsoft.com/office/officeart/2005/8/colors/accent1_2" csCatId="accent1" phldr="1"/>
      <dgm:spPr/>
      <dgm:t>
        <a:bodyPr/>
        <a:lstStyle/>
        <a:p>
          <a:endParaRPr lang="en-US"/>
        </a:p>
      </dgm:t>
    </dgm:pt>
    <dgm:pt modelId="{52DFE429-4D8F-4E83-8247-35E3D421C5BC}">
      <dgm:prSet custT="1"/>
      <dgm:spPr/>
      <dgm:t>
        <a:bodyPr/>
        <a:lstStyle/>
        <a:p>
          <a:r>
            <a:rPr lang="en-IN" sz="2400" dirty="0" smtClean="0">
              <a:solidFill>
                <a:schemeClr val="tx2">
                  <a:lumMod val="50000"/>
                </a:schemeClr>
              </a:solidFill>
            </a:rPr>
            <a:t>Mansi </a:t>
          </a:r>
          <a:r>
            <a:rPr lang="en-IN" sz="2400" dirty="0" err="1" smtClean="0">
              <a:solidFill>
                <a:schemeClr val="tx2">
                  <a:lumMod val="50000"/>
                </a:schemeClr>
              </a:solidFill>
            </a:rPr>
            <a:t>Karnatak</a:t>
          </a:r>
          <a:endParaRPr lang="en-US" sz="2400" dirty="0">
            <a:solidFill>
              <a:schemeClr val="tx2">
                <a:lumMod val="50000"/>
              </a:schemeClr>
            </a:solidFill>
          </a:endParaRPr>
        </a:p>
      </dgm:t>
    </dgm:pt>
    <dgm:pt modelId="{29178585-482F-44F1-8411-EEE4FEB0A18B}" type="parTrans" cxnId="{48BC4E36-219E-4C17-9D2E-465B191DCFE4}">
      <dgm:prSet/>
      <dgm:spPr/>
      <dgm:t>
        <a:bodyPr/>
        <a:lstStyle/>
        <a:p>
          <a:endParaRPr lang="en-US"/>
        </a:p>
      </dgm:t>
    </dgm:pt>
    <dgm:pt modelId="{8E98556B-D954-4E58-94F6-DB98180A4585}" type="sibTrans" cxnId="{48BC4E36-219E-4C17-9D2E-465B191DCFE4}">
      <dgm:prSet/>
      <dgm:spPr/>
      <dgm:t>
        <a:bodyPr/>
        <a:lstStyle/>
        <a:p>
          <a:endParaRPr lang="en-US"/>
        </a:p>
      </dgm:t>
    </dgm:pt>
    <dgm:pt modelId="{E51EB8E7-DD72-46C1-B39A-364CA3CDCF01}" type="pres">
      <dgm:prSet presAssocID="{D4990C0E-385A-46E1-A872-03852ADA83AA}" presName="Name0" presStyleCnt="0">
        <dgm:presLayoutVars>
          <dgm:dir/>
          <dgm:resizeHandles val="exact"/>
        </dgm:presLayoutVars>
      </dgm:prSet>
      <dgm:spPr/>
      <dgm:t>
        <a:bodyPr/>
        <a:lstStyle/>
        <a:p>
          <a:endParaRPr lang="en-US"/>
        </a:p>
      </dgm:t>
    </dgm:pt>
    <dgm:pt modelId="{53FF62FF-A0A1-4EA0-9B3D-C59EDFD13FC9}" type="pres">
      <dgm:prSet presAssocID="{52DFE429-4D8F-4E83-8247-35E3D421C5BC}" presName="composite" presStyleCnt="0"/>
      <dgm:spPr/>
    </dgm:pt>
    <dgm:pt modelId="{0205B927-6FCD-48F4-B5CB-61E08D0B1DC7}" type="pres">
      <dgm:prSet presAssocID="{52DFE429-4D8F-4E83-8247-35E3D421C5BC}" presName="rect1" presStyleLbl="bgShp" presStyleIdx="0" presStyleCnt="1" custScaleX="119837" custLinFactNeighborX="-3129" custLinFactNeighborY="-23590"/>
      <dgm:spPr>
        <a:blipFill rotWithShape="1">
          <a:blip xmlns:r="http://schemas.openxmlformats.org/officeDocument/2006/relationships" r:embed="rId1"/>
          <a:stretch>
            <a:fillRect/>
          </a:stretch>
        </a:blipFill>
      </dgm:spPr>
      <dgm:t>
        <a:bodyPr/>
        <a:lstStyle/>
        <a:p>
          <a:endParaRPr lang="en-US"/>
        </a:p>
      </dgm:t>
    </dgm:pt>
    <dgm:pt modelId="{1C170DB8-1B1C-4904-A41A-141F44C4B928}" type="pres">
      <dgm:prSet presAssocID="{52DFE429-4D8F-4E83-8247-35E3D421C5BC}" presName="rect2" presStyleLbl="trBgShp" presStyleIdx="0" presStyleCnt="1" custScaleX="119901" custScaleY="83602" custLinFactNeighborX="4987" custLinFactNeighborY="76649">
        <dgm:presLayoutVars>
          <dgm:bulletEnabled val="1"/>
        </dgm:presLayoutVars>
      </dgm:prSet>
      <dgm:spPr/>
      <dgm:t>
        <a:bodyPr/>
        <a:lstStyle/>
        <a:p>
          <a:endParaRPr lang="en-US"/>
        </a:p>
      </dgm:t>
    </dgm:pt>
  </dgm:ptLst>
  <dgm:cxnLst>
    <dgm:cxn modelId="{48BC4E36-219E-4C17-9D2E-465B191DCFE4}" srcId="{D4990C0E-385A-46E1-A872-03852ADA83AA}" destId="{52DFE429-4D8F-4E83-8247-35E3D421C5BC}" srcOrd="0" destOrd="0" parTransId="{29178585-482F-44F1-8411-EEE4FEB0A18B}" sibTransId="{8E98556B-D954-4E58-94F6-DB98180A4585}"/>
    <dgm:cxn modelId="{E1AD0998-6955-4600-8AB9-8264374B576C}" type="presOf" srcId="{52DFE429-4D8F-4E83-8247-35E3D421C5BC}" destId="{1C170DB8-1B1C-4904-A41A-141F44C4B928}" srcOrd="0" destOrd="0" presId="urn:microsoft.com/office/officeart/2008/layout/BendingPictureSemiTransparentText"/>
    <dgm:cxn modelId="{1F96EBE2-BD2C-45F6-A051-87CF3807C652}" type="presOf" srcId="{D4990C0E-385A-46E1-A872-03852ADA83AA}" destId="{E51EB8E7-DD72-46C1-B39A-364CA3CDCF01}" srcOrd="0" destOrd="0" presId="urn:microsoft.com/office/officeart/2008/layout/BendingPictureSemiTransparentText"/>
    <dgm:cxn modelId="{C370489E-C397-4B77-8F76-3BBC0166E5B0}" type="presParOf" srcId="{E51EB8E7-DD72-46C1-B39A-364CA3CDCF01}" destId="{53FF62FF-A0A1-4EA0-9B3D-C59EDFD13FC9}" srcOrd="0" destOrd="0" presId="urn:microsoft.com/office/officeart/2008/layout/BendingPictureSemiTransparentText"/>
    <dgm:cxn modelId="{914AA82B-E000-4EE7-87D5-73A5FB684C07}" type="presParOf" srcId="{53FF62FF-A0A1-4EA0-9B3D-C59EDFD13FC9}" destId="{0205B927-6FCD-48F4-B5CB-61E08D0B1DC7}" srcOrd="0" destOrd="0" presId="urn:microsoft.com/office/officeart/2008/layout/BendingPictureSemiTransparentText"/>
    <dgm:cxn modelId="{FA4A7E8C-462E-425A-931B-9ACD0DA6658C}" type="presParOf" srcId="{53FF62FF-A0A1-4EA0-9B3D-C59EDFD13FC9}" destId="{1C170DB8-1B1C-4904-A41A-141F44C4B928}" srcOrd="1" destOrd="0" presId="urn:microsoft.com/office/officeart/2008/layout/BendingPictureSemiTransparentText"/>
  </dgm:cxnLst>
  <dgm:bg/>
  <dgm:whole/>
  <dgm:extLst>
    <a:ext uri="http://schemas.microsoft.com/office/drawing/2008/diagram">
      <dsp:dataModelExt xmlns:dsp="http://schemas.microsoft.com/office/drawing/2008/diagram" xmlns="" relId="rId1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1B2C2FD-2E8E-46DF-BBEC-7E89A21861D6}">
      <dsp:nvSpPr>
        <dsp:cNvPr id="0" name=""/>
        <dsp:cNvSpPr/>
      </dsp:nvSpPr>
      <dsp:spPr>
        <a:xfrm>
          <a:off x="2027" y="699977"/>
          <a:ext cx="2234633" cy="1944982"/>
        </a:xfrm>
        <a:prstGeom prst="rect">
          <a:avLst/>
        </a:prstGeom>
        <a:blipFill rotWithShape="0">
          <a:blip xmlns:r="http://schemas.openxmlformats.org/officeDocument/2006/relationships" r:embed="rId1"/>
          <a:stretch>
            <a:fillRect/>
          </a:stretch>
        </a:blipFill>
        <a:ln>
          <a:noFill/>
        </a:ln>
        <a:effectLst/>
      </dsp:spPr>
      <dsp:style>
        <a:lnRef idx="0">
          <a:scrgbClr r="0" g="0" b="0"/>
        </a:lnRef>
        <a:fillRef idx="1">
          <a:scrgbClr r="0" g="0" b="0"/>
        </a:fillRef>
        <a:effectRef idx="0">
          <a:scrgbClr r="0" g="0" b="0"/>
        </a:effectRef>
        <a:fontRef idx="minor"/>
      </dsp:style>
    </dsp:sp>
    <dsp:sp modelId="{244603A0-6E4C-43F7-8EA3-82CF4D464933}">
      <dsp:nvSpPr>
        <dsp:cNvPr id="0" name=""/>
        <dsp:cNvSpPr/>
      </dsp:nvSpPr>
      <dsp:spPr>
        <a:xfrm>
          <a:off x="9210" y="2243012"/>
          <a:ext cx="2177293" cy="336623"/>
        </a:xfrm>
        <a:prstGeom prst="rect">
          <a:avLst/>
        </a:prstGeom>
        <a:solidFill>
          <a:schemeClr val="accent1">
            <a:lumMod val="20000"/>
            <a:lumOff val="80000"/>
            <a:alpha val="4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0800" tIns="50800" rIns="50800" bIns="50800" numCol="1" spcCol="1270" anchor="ctr" anchorCtr="0">
          <a:noAutofit/>
        </a:bodyPr>
        <a:lstStyle/>
        <a:p>
          <a:pPr lvl="0" algn="ctr" defTabSz="889000">
            <a:lnSpc>
              <a:spcPct val="90000"/>
            </a:lnSpc>
            <a:spcBef>
              <a:spcPct val="0"/>
            </a:spcBef>
            <a:spcAft>
              <a:spcPct val="35000"/>
            </a:spcAft>
          </a:pPr>
          <a:r>
            <a:rPr lang="en-IN" sz="2000" kern="1200" dirty="0" err="1" smtClean="0">
              <a:solidFill>
                <a:schemeClr val="tx2">
                  <a:lumMod val="50000"/>
                </a:schemeClr>
              </a:solidFill>
            </a:rPr>
            <a:t>Anchal</a:t>
          </a:r>
          <a:endParaRPr lang="en-US" sz="2000" kern="1200" dirty="0">
            <a:solidFill>
              <a:schemeClr val="tx2">
                <a:lumMod val="50000"/>
              </a:schemeClr>
            </a:solidFill>
          </a:endParaRPr>
        </a:p>
      </dsp:txBody>
      <dsp:txXfrm>
        <a:off x="9210" y="2243012"/>
        <a:ext cx="2177293" cy="336623"/>
      </dsp:txXfrm>
    </dsp:sp>
    <dsp:sp modelId="{0205B927-6FCD-48F4-B5CB-61E08D0B1DC7}">
      <dsp:nvSpPr>
        <dsp:cNvPr id="0" name=""/>
        <dsp:cNvSpPr/>
      </dsp:nvSpPr>
      <dsp:spPr>
        <a:xfrm>
          <a:off x="2403569" y="718540"/>
          <a:ext cx="2396343" cy="1907855"/>
        </a:xfrm>
        <a:prstGeom prst="rect">
          <a:avLst/>
        </a:prstGeom>
        <a:blipFill>
          <a:blip xmlns:r="http://schemas.openxmlformats.org/officeDocument/2006/relationships" r:embed="rId2">
            <a:extLst>
              <a:ext uri="{28A0092B-C50C-407E-A947-70E740481C1C}">
                <a14:useLocalDpi xmlns:a14="http://schemas.microsoft.com/office/drawing/2010/main" xmlns="" val="0"/>
              </a:ext>
            </a:extLst>
          </a:blip>
          <a:srcRect/>
          <a:stretch>
            <a:fillRect t="-34000" b="-34000"/>
          </a:stretch>
        </a:blipFill>
        <a:ln>
          <a:noFill/>
        </a:ln>
        <a:effectLst/>
      </dsp:spPr>
      <dsp:style>
        <a:lnRef idx="0">
          <a:scrgbClr r="0" g="0" b="0"/>
        </a:lnRef>
        <a:fillRef idx="1">
          <a:scrgbClr r="0" g="0" b="0"/>
        </a:fillRef>
        <a:effectRef idx="0">
          <a:scrgbClr r="0" g="0" b="0"/>
        </a:effectRef>
        <a:fontRef idx="minor"/>
      </dsp:style>
    </dsp:sp>
    <dsp:sp modelId="{1C170DB8-1B1C-4904-A41A-141F44C4B928}">
      <dsp:nvSpPr>
        <dsp:cNvPr id="0" name=""/>
        <dsp:cNvSpPr/>
      </dsp:nvSpPr>
      <dsp:spPr>
        <a:xfrm>
          <a:off x="2433448" y="2226275"/>
          <a:ext cx="2368491" cy="33662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0800" tIns="50800" rIns="50800" bIns="50800" numCol="1" spcCol="1270" anchor="ctr" anchorCtr="0">
          <a:noAutofit/>
        </a:bodyPr>
        <a:lstStyle/>
        <a:p>
          <a:pPr lvl="0" algn="ctr" defTabSz="889000">
            <a:lnSpc>
              <a:spcPct val="90000"/>
            </a:lnSpc>
            <a:spcBef>
              <a:spcPct val="0"/>
            </a:spcBef>
            <a:spcAft>
              <a:spcPct val="35000"/>
            </a:spcAft>
          </a:pPr>
          <a:r>
            <a:rPr lang="en-IN" sz="2000" kern="1200" dirty="0" err="1" smtClean="0">
              <a:solidFill>
                <a:schemeClr val="tx2">
                  <a:lumMod val="50000"/>
                </a:schemeClr>
              </a:solidFill>
            </a:rPr>
            <a:t>Jyoti</a:t>
          </a:r>
          <a:endParaRPr lang="en-US" sz="2000" kern="1200" dirty="0">
            <a:solidFill>
              <a:schemeClr val="tx2">
                <a:lumMod val="50000"/>
              </a:schemeClr>
            </a:solidFill>
          </a:endParaRPr>
        </a:p>
      </dsp:txBody>
      <dsp:txXfrm>
        <a:off x="2433448" y="2226275"/>
        <a:ext cx="2368491" cy="336623"/>
      </dsp:txXfrm>
    </dsp:sp>
    <dsp:sp modelId="{21CA5776-F04D-4D27-BE76-A00E5A36C5E0}">
      <dsp:nvSpPr>
        <dsp:cNvPr id="0" name=""/>
        <dsp:cNvSpPr/>
      </dsp:nvSpPr>
      <dsp:spPr>
        <a:xfrm>
          <a:off x="0" y="2734459"/>
          <a:ext cx="2353731" cy="1816532"/>
        </a:xfrm>
        <a:prstGeom prst="rect">
          <a:avLst/>
        </a:prstGeom>
        <a:blipFill>
          <a:blip xmlns:r="http://schemas.openxmlformats.org/officeDocument/2006/relationships" r:embed="rId3">
            <a:extLst>
              <a:ext uri="{28A0092B-C50C-407E-A947-70E740481C1C}">
                <a14:useLocalDpi xmlns:a14="http://schemas.microsoft.com/office/drawing/2010/main" xmlns="" val="0"/>
              </a:ext>
            </a:extLst>
          </a:blip>
          <a:srcRect/>
          <a:stretch>
            <a:fillRect t="-36000" b="-36000"/>
          </a:stretch>
        </a:blipFill>
        <a:ln>
          <a:noFill/>
        </a:ln>
        <a:effectLst/>
      </dsp:spPr>
      <dsp:style>
        <a:lnRef idx="0">
          <a:scrgbClr r="0" g="0" b="0"/>
        </a:lnRef>
        <a:fillRef idx="1">
          <a:scrgbClr r="0" g="0" b="0"/>
        </a:fillRef>
        <a:effectRef idx="0">
          <a:scrgbClr r="0" g="0" b="0"/>
        </a:effectRef>
        <a:fontRef idx="minor"/>
      </dsp:style>
    </dsp:sp>
    <dsp:sp modelId="{AB53B20B-C6D5-4022-A9C6-6CE1E16884D9}">
      <dsp:nvSpPr>
        <dsp:cNvPr id="0" name=""/>
        <dsp:cNvSpPr/>
      </dsp:nvSpPr>
      <dsp:spPr>
        <a:xfrm>
          <a:off x="0" y="4111448"/>
          <a:ext cx="2128004" cy="321397"/>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0800" tIns="50800" rIns="50800" bIns="50800" numCol="1" spcCol="1270" anchor="ctr" anchorCtr="0">
          <a:noAutofit/>
        </a:bodyPr>
        <a:lstStyle/>
        <a:p>
          <a:pPr lvl="0" algn="ctr" defTabSz="889000">
            <a:lnSpc>
              <a:spcPct val="90000"/>
            </a:lnSpc>
            <a:spcBef>
              <a:spcPct val="0"/>
            </a:spcBef>
            <a:spcAft>
              <a:spcPct val="35000"/>
            </a:spcAft>
          </a:pPr>
          <a:r>
            <a:rPr lang="en-IN" sz="2000" kern="1200" dirty="0" err="1" smtClean="0">
              <a:solidFill>
                <a:schemeClr val="tx2">
                  <a:lumMod val="50000"/>
                </a:schemeClr>
              </a:solidFill>
            </a:rPr>
            <a:t>Anuradha</a:t>
          </a:r>
          <a:endParaRPr lang="en-US" sz="2000" kern="1200" dirty="0">
            <a:solidFill>
              <a:schemeClr val="tx2">
                <a:lumMod val="50000"/>
              </a:schemeClr>
            </a:solidFill>
          </a:endParaRPr>
        </a:p>
      </dsp:txBody>
      <dsp:txXfrm>
        <a:off x="0" y="4111448"/>
        <a:ext cx="2128004" cy="321397"/>
      </dsp:txXfrm>
    </dsp:sp>
    <dsp:sp modelId="{195559A7-AD80-4976-A6E3-13710BA98B71}">
      <dsp:nvSpPr>
        <dsp:cNvPr id="0" name=""/>
        <dsp:cNvSpPr/>
      </dsp:nvSpPr>
      <dsp:spPr>
        <a:xfrm>
          <a:off x="2611336" y="2705748"/>
          <a:ext cx="2097322" cy="1870672"/>
        </a:xfrm>
        <a:prstGeom prst="rect">
          <a:avLst/>
        </a:prstGeom>
        <a:blipFill>
          <a:blip xmlns:r="http://schemas.openxmlformats.org/officeDocument/2006/relationships" r:embed="rId4">
            <a:extLst>
              <a:ext uri="{28A0092B-C50C-407E-A947-70E740481C1C}">
                <a14:useLocalDpi xmlns:a14="http://schemas.microsoft.com/office/drawing/2010/main" xmlns="" val="0"/>
              </a:ext>
            </a:extLst>
          </a:blip>
          <a:srcRect/>
          <a:stretch>
            <a:fillRect t="-25000" b="-25000"/>
          </a:stretch>
        </a:blipFill>
        <a:ln>
          <a:noFill/>
        </a:ln>
        <a:effectLst/>
      </dsp:spPr>
      <dsp:style>
        <a:lnRef idx="0">
          <a:scrgbClr r="0" g="0" b="0"/>
        </a:lnRef>
        <a:fillRef idx="1">
          <a:scrgbClr r="0" g="0" b="0"/>
        </a:fillRef>
        <a:effectRef idx="0">
          <a:scrgbClr r="0" g="0" b="0"/>
        </a:effectRef>
        <a:fontRef idx="minor"/>
      </dsp:style>
    </dsp:sp>
    <dsp:sp modelId="{8D7B03B8-B727-4DB5-ADEC-DDBD2B38903B}">
      <dsp:nvSpPr>
        <dsp:cNvPr id="0" name=""/>
        <dsp:cNvSpPr/>
      </dsp:nvSpPr>
      <dsp:spPr>
        <a:xfrm>
          <a:off x="2843084" y="4024456"/>
          <a:ext cx="1636410" cy="33662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0800" tIns="50800" rIns="50800" bIns="50800" numCol="1" spcCol="1270" anchor="ctr" anchorCtr="0">
          <a:noAutofit/>
        </a:bodyPr>
        <a:lstStyle/>
        <a:p>
          <a:pPr lvl="0" algn="ctr" defTabSz="889000">
            <a:lnSpc>
              <a:spcPct val="90000"/>
            </a:lnSpc>
            <a:spcBef>
              <a:spcPct val="0"/>
            </a:spcBef>
            <a:spcAft>
              <a:spcPct val="35000"/>
            </a:spcAft>
          </a:pPr>
          <a:r>
            <a:rPr lang="en-IN" sz="2000" kern="1200" dirty="0" err="1" smtClean="0">
              <a:solidFill>
                <a:schemeClr val="tx1">
                  <a:lumMod val="95000"/>
                  <a:lumOff val="5000"/>
                </a:schemeClr>
              </a:solidFill>
            </a:rPr>
            <a:t>Mahima</a:t>
          </a:r>
          <a:endParaRPr lang="en-US" sz="2000" kern="1200" dirty="0">
            <a:solidFill>
              <a:schemeClr val="tx1">
                <a:lumMod val="95000"/>
                <a:lumOff val="5000"/>
              </a:schemeClr>
            </a:solidFill>
          </a:endParaRPr>
        </a:p>
      </dsp:txBody>
      <dsp:txXfrm>
        <a:off x="2843084" y="4024456"/>
        <a:ext cx="1636410" cy="336623"/>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205B927-6FCD-48F4-B5CB-61E08D0B1DC7}">
      <dsp:nvSpPr>
        <dsp:cNvPr id="0" name=""/>
        <dsp:cNvSpPr/>
      </dsp:nvSpPr>
      <dsp:spPr>
        <a:xfrm>
          <a:off x="0" y="0"/>
          <a:ext cx="2857666" cy="2043908"/>
        </a:xfrm>
        <a:prstGeom prst="rect">
          <a:avLst/>
        </a:prstGeom>
        <a:blipFill rotWithShape="1">
          <a:blip xmlns:r="http://schemas.openxmlformats.org/officeDocument/2006/relationships" r:embed="rId1"/>
          <a:stretch>
            <a:fillRect/>
          </a:stretch>
        </a:blipFill>
        <a:ln>
          <a:noFill/>
        </a:ln>
        <a:effectLst/>
      </dsp:spPr>
      <dsp:style>
        <a:lnRef idx="0">
          <a:scrgbClr r="0" g="0" b="0"/>
        </a:lnRef>
        <a:fillRef idx="1">
          <a:scrgbClr r="0" g="0" b="0"/>
        </a:fillRef>
        <a:effectRef idx="0">
          <a:scrgbClr r="0" g="0" b="0"/>
        </a:effectRef>
        <a:fontRef idx="minor"/>
      </dsp:style>
    </dsp:sp>
    <dsp:sp modelId="{1C170DB8-1B1C-4904-A41A-141F44C4B928}">
      <dsp:nvSpPr>
        <dsp:cNvPr id="0" name=""/>
        <dsp:cNvSpPr/>
      </dsp:nvSpPr>
      <dsp:spPr>
        <a:xfrm>
          <a:off x="3087" y="2120143"/>
          <a:ext cx="2859193" cy="410099"/>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1066800">
            <a:lnSpc>
              <a:spcPct val="90000"/>
            </a:lnSpc>
            <a:spcBef>
              <a:spcPct val="0"/>
            </a:spcBef>
            <a:spcAft>
              <a:spcPct val="35000"/>
            </a:spcAft>
          </a:pPr>
          <a:r>
            <a:rPr lang="en-IN" sz="2400" kern="1200" dirty="0" smtClean="0">
              <a:solidFill>
                <a:schemeClr val="tx2">
                  <a:lumMod val="50000"/>
                </a:schemeClr>
              </a:solidFill>
            </a:rPr>
            <a:t>Mansi </a:t>
          </a:r>
          <a:r>
            <a:rPr lang="en-IN" sz="2400" kern="1200" dirty="0" err="1" smtClean="0">
              <a:solidFill>
                <a:schemeClr val="tx2">
                  <a:lumMod val="50000"/>
                </a:schemeClr>
              </a:solidFill>
            </a:rPr>
            <a:t>Karnatak</a:t>
          </a:r>
          <a:endParaRPr lang="en-US" sz="2400" kern="1200" dirty="0">
            <a:solidFill>
              <a:schemeClr val="tx2">
                <a:lumMod val="50000"/>
              </a:schemeClr>
            </a:solidFill>
          </a:endParaRPr>
        </a:p>
      </dsp:txBody>
      <dsp:txXfrm>
        <a:off x="3087" y="2120143"/>
        <a:ext cx="2859193" cy="41009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1160EA64-D806-43AC-9DF2-F8C432F32B4C}" type="datetimeFigureOut">
              <a:rPr lang="en-US" dirty="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xmlns="" val="22350654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70A7B3-6521-4DCA-87E5-044747A908C1}" type="datetimeFigureOut">
              <a:rPr lang="en-US" dirty="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xmlns="" val="1312252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xmlns="" val="23339425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B134690-1557-4C89-A502-4959FE7FAD70}" type="datetimeFigureOut">
              <a:rPr lang="en-US" dirty="0"/>
              <a:pPr/>
              <a:t>5/14/2026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xmlns="" val="302011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xmlns="" val="2834360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037C31-9E7A-4F99-8774-A0E530DE1A42}" type="datetimeFigureOut">
              <a:rPr lang="en-US" dirty="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xmlns="" val="3393314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xmlns="" val="3552716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pPr/>
              <a:t>5/14/2026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xmlns="" val="190651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pPr/>
              <a:t>5/14/2026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xmlns="" val="242252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F9C37B-1D36-470B-8223-D6C91242EC14}"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xmlns="" val="144864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C6F52A-A82B-47A2-A83A-8C4C91F2D59F}"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xmlns="" val="241702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pPr/>
              <a:t>5/14/2026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a:p>
        </p:txBody>
      </p:sp>
    </p:spTree>
    <p:extLst>
      <p:ext uri="{BB962C8B-B14F-4D97-AF65-F5344CB8AC3E}">
        <p14:creationId xmlns:p14="http://schemas.microsoft.com/office/powerpoint/2010/main" xmlns="" val="399306866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xmlns="" id="{87D3A4E0-C908-4EA9-ABDF-E82AD6BDEF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096000" y="0"/>
            <a:ext cx="6096000" cy="68580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415DF57-098C-4FCB-B7A8-E497E9B6043E}"/>
              </a:ext>
            </a:extLst>
          </p:cNvPr>
          <p:cNvSpPr>
            <a:spLocks noGrp="1"/>
          </p:cNvSpPr>
          <p:nvPr>
            <p:ph type="ctrTitle"/>
          </p:nvPr>
        </p:nvSpPr>
        <p:spPr>
          <a:xfrm>
            <a:off x="1600200" y="2363323"/>
            <a:ext cx="8991600" cy="1692771"/>
          </a:xfrm>
        </p:spPr>
        <p:txBody>
          <a:bodyPr vert="horz" lIns="182880" tIns="182880" rIns="182880" bIns="182880" rtlCol="0">
            <a:normAutofit/>
          </a:bodyPr>
          <a:lstStyle/>
          <a:p>
            <a:r>
              <a:rPr lang="en-US" kern="1200" cap="all" spc="200" baseline="0" dirty="0" smtClean="0">
                <a:latin typeface="+mj-lt"/>
                <a:ea typeface="+mj-ea"/>
                <a:cs typeface="+mj-cs"/>
              </a:rPr>
              <a:t> </a:t>
            </a:r>
            <a:r>
              <a:rPr lang="en-US" dirty="0" smtClean="0"/>
              <a:t>Mental Health Text Risk Detector</a:t>
            </a:r>
            <a:endParaRPr lang="en-US" sz="5400" kern="1200" cap="all" spc="200" baseline="0" dirty="0">
              <a:latin typeface="Bauhaus 93" panose="04030905020B02020C02" pitchFamily="82" charset="0"/>
            </a:endParaRPr>
          </a:p>
        </p:txBody>
      </p:sp>
    </p:spTree>
    <p:extLst>
      <p:ext uri="{BB962C8B-B14F-4D97-AF65-F5344CB8AC3E}">
        <p14:creationId xmlns:p14="http://schemas.microsoft.com/office/powerpoint/2010/main" xmlns="" val="98054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xmlns="" id="{4E866FF9-A729-45F0-A163-10E89E87160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4738255"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353C86B1-7C33-4A37-A176-9016ACFEE5C4}"/>
              </a:ext>
            </a:extLst>
          </p:cNvPr>
          <p:cNvSpPr>
            <a:spLocks noGrp="1"/>
          </p:cNvSpPr>
          <p:nvPr>
            <p:ph type="title"/>
          </p:nvPr>
        </p:nvSpPr>
        <p:spPr>
          <a:xfrm>
            <a:off x="640080" y="2681105"/>
            <a:ext cx="3401568" cy="1495794"/>
          </a:xfrm>
          <a:solidFill>
            <a:srgbClr val="FFFFFF"/>
          </a:solidFill>
          <a:ln>
            <a:solidFill>
              <a:srgbClr val="262626"/>
            </a:solidFill>
          </a:ln>
        </p:spPr>
        <p:txBody>
          <a:bodyPr>
            <a:normAutofit/>
          </a:bodyPr>
          <a:lstStyle/>
          <a:p>
            <a:r>
              <a:rPr lang="en-IN" sz="5400" dirty="0" smtClean="0">
                <a:latin typeface="Bauhaus 93" panose="04030905020B02020C02" pitchFamily="82" charset="0"/>
              </a:rPr>
              <a:t> Team 4</a:t>
            </a:r>
            <a:endParaRPr lang="en-IN" sz="5400" dirty="0">
              <a:latin typeface="Bauhaus 93" panose="04030905020B02020C02" pitchFamily="82" charset="0"/>
            </a:endParaRPr>
          </a:p>
        </p:txBody>
      </p:sp>
      <p:sp useBgFill="1">
        <p:nvSpPr>
          <p:cNvPr id="21" name="Rectangle 20">
            <a:extLst>
              <a:ext uri="{FF2B5EF4-FFF2-40B4-BE49-F238E27FC236}">
                <a16:creationId xmlns:a16="http://schemas.microsoft.com/office/drawing/2014/main" xmlns="" id="{A804366F-2366-4688-98E7-B101C7BC61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xmlns="" id="{E2F6407E-AAD2-A4D5-4610-A42FBD9CB175}"/>
              </a:ext>
            </a:extLst>
          </p:cNvPr>
          <p:cNvGraphicFramePr>
            <a:graphicFrameLocks noGrp="1"/>
          </p:cNvGraphicFramePr>
          <p:nvPr>
            <p:ph idx="1"/>
            <p:extLst>
              <p:ext uri="{D42A27DB-BD31-4B8C-83A1-F6EECF244321}">
                <p14:modId xmlns:p14="http://schemas.microsoft.com/office/powerpoint/2010/main" xmlns="" val="325097247"/>
              </p:ext>
            </p:extLst>
          </p:nvPr>
        </p:nvGraphicFramePr>
        <p:xfrm>
          <a:off x="5397501" y="639763"/>
          <a:ext cx="6282310" cy="2567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a:extLst>
              <a:ext uri="{FF2B5EF4-FFF2-40B4-BE49-F238E27FC236}">
                <a16:creationId xmlns:a16="http://schemas.microsoft.com/office/drawing/2014/main" xmlns="" id="{B8CED378-0A86-9823-1D3F-9B4061B1FE95}"/>
              </a:ext>
            </a:extLst>
          </p:cNvPr>
          <p:cNvGraphicFramePr/>
          <p:nvPr>
            <p:extLst>
              <p:ext uri="{D42A27DB-BD31-4B8C-83A1-F6EECF244321}">
                <p14:modId xmlns:p14="http://schemas.microsoft.com/office/powerpoint/2010/main" xmlns="" val="2444858888"/>
              </p:ext>
            </p:extLst>
          </p:nvPr>
        </p:nvGraphicFramePr>
        <p:xfrm>
          <a:off x="7206559" y="2118510"/>
          <a:ext cx="4801940" cy="53792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8" name="Diagram 7">
            <a:extLst>
              <a:ext uri="{FF2B5EF4-FFF2-40B4-BE49-F238E27FC236}">
                <a16:creationId xmlns:a16="http://schemas.microsoft.com/office/drawing/2014/main" xmlns="" id="{15E551B8-8529-0A54-59C7-8C5D4BFFE238}"/>
              </a:ext>
            </a:extLst>
          </p:cNvPr>
          <p:cNvGraphicFramePr/>
          <p:nvPr>
            <p:extLst>
              <p:ext uri="{D42A27DB-BD31-4B8C-83A1-F6EECF244321}">
                <p14:modId xmlns:p14="http://schemas.microsoft.com/office/powerpoint/2010/main" xmlns="" val="1776210298"/>
              </p:ext>
            </p:extLst>
          </p:nvPr>
        </p:nvGraphicFramePr>
        <p:xfrm>
          <a:off x="8182946" y="180061"/>
          <a:ext cx="2862281" cy="259030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xmlns="" val="2883350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xmlns=""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3070172"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xmlns=""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xmlns=""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DEFFB6BC-B8A2-4F6A-861D-C36B251B727B}"/>
              </a:ext>
            </a:extLst>
          </p:cNvPr>
          <p:cNvSpPr>
            <a:spLocks noGrp="1"/>
          </p:cNvSpPr>
          <p:nvPr>
            <p:ph idx="1"/>
          </p:nvPr>
        </p:nvSpPr>
        <p:spPr>
          <a:xfrm>
            <a:off x="5528344" y="1402080"/>
            <a:ext cx="6325299" cy="5149722"/>
          </a:xfrm>
        </p:spPr>
        <p:txBody>
          <a:bodyPr anchor="ctr"/>
          <a:lstStyle/>
          <a:p>
            <a:pPr>
              <a:buFont typeface="Wingdings" panose="05000000000000000000" pitchFamily="2" charset="2"/>
              <a:buChar char="Ø"/>
            </a:pPr>
            <a:r>
              <a:rPr lang="en-IN" sz="2000" b="1" dirty="0"/>
              <a:t>Contribution of each team member in </a:t>
            </a:r>
            <a:r>
              <a:rPr lang="en-IN" sz="2000" b="1" dirty="0" smtClean="0"/>
              <a:t>project</a:t>
            </a:r>
          </a:p>
          <a:p>
            <a:pPr marL="0" indent="0">
              <a:buNone/>
            </a:pPr>
            <a:endParaRPr lang="en-IN" sz="2000" b="1" u="sng" dirty="0"/>
          </a:p>
          <a:p>
            <a:pPr lvl="1"/>
            <a:r>
              <a:rPr lang="en-IN" dirty="0" smtClean="0"/>
              <a:t> </a:t>
            </a:r>
            <a:r>
              <a:rPr lang="en-US" b="1" dirty="0" smtClean="0"/>
              <a:t>Mansi </a:t>
            </a:r>
            <a:r>
              <a:rPr lang="en-US" b="1" dirty="0" err="1" smtClean="0"/>
              <a:t>Karnatak</a:t>
            </a:r>
            <a:r>
              <a:rPr lang="en-US" b="1" dirty="0" smtClean="0"/>
              <a:t> </a:t>
            </a:r>
            <a:r>
              <a:rPr lang="en-US" b="1" dirty="0"/>
              <a:t>(Leader):</a:t>
            </a:r>
            <a:r>
              <a:rPr lang="en-US" dirty="0"/>
              <a:t> Manages project planning, coordination, final </a:t>
            </a:r>
            <a:r>
              <a:rPr lang="en-US" dirty="0" smtClean="0"/>
              <a:t>testing and final submission.</a:t>
            </a:r>
            <a:endParaRPr lang="en-IN" dirty="0"/>
          </a:p>
          <a:p>
            <a:pPr lvl="1"/>
            <a:r>
              <a:rPr lang="en-US" b="1" dirty="0" err="1" smtClean="0"/>
              <a:t>Jyoti</a:t>
            </a:r>
            <a:r>
              <a:rPr lang="en-US" b="1" dirty="0" smtClean="0"/>
              <a:t> </a:t>
            </a:r>
            <a:r>
              <a:rPr lang="en-US" b="1" dirty="0"/>
              <a:t>(Database):</a:t>
            </a:r>
            <a:r>
              <a:rPr lang="en-US" dirty="0"/>
              <a:t> Designs MySQL database, creates tables, and provides SQL queries and schema.</a:t>
            </a:r>
            <a:endParaRPr lang="en-IN" dirty="0"/>
          </a:p>
          <a:p>
            <a:pPr lvl="1"/>
            <a:r>
              <a:rPr lang="en-US" b="1" dirty="0" err="1" smtClean="0"/>
              <a:t>Anchal</a:t>
            </a:r>
            <a:r>
              <a:rPr lang="en-US" b="1" dirty="0" smtClean="0"/>
              <a:t> </a:t>
            </a:r>
            <a:r>
              <a:rPr lang="en-US" b="1" dirty="0"/>
              <a:t>(Python – Add/View):</a:t>
            </a:r>
            <a:r>
              <a:rPr lang="en-US" dirty="0"/>
              <a:t> Connects Python with MySQL and implements add and view expense functions.</a:t>
            </a:r>
            <a:endParaRPr lang="en-IN" dirty="0"/>
          </a:p>
          <a:p>
            <a:pPr lvl="1"/>
            <a:r>
              <a:rPr lang="en-US" b="1" dirty="0" err="1" smtClean="0"/>
              <a:t>Anuradha</a:t>
            </a:r>
            <a:r>
              <a:rPr lang="en-US" b="1" dirty="0" smtClean="0"/>
              <a:t> </a:t>
            </a:r>
            <a:r>
              <a:rPr lang="en-US" b="1" dirty="0"/>
              <a:t>(Python – Update/Delete):</a:t>
            </a:r>
            <a:r>
              <a:rPr lang="en-US" dirty="0"/>
              <a:t> Implements update and delete expense functionalities</a:t>
            </a:r>
            <a:r>
              <a:rPr lang="en-US" dirty="0" smtClean="0"/>
              <a:t>.</a:t>
            </a:r>
          </a:p>
          <a:p>
            <a:pPr lvl="1"/>
            <a:r>
              <a:rPr lang="en-US" b="1" dirty="0" err="1" smtClean="0"/>
              <a:t>Mahima</a:t>
            </a:r>
            <a:r>
              <a:rPr lang="en-US" b="1" dirty="0" smtClean="0"/>
              <a:t> </a:t>
            </a:r>
            <a:r>
              <a:rPr lang="en-US" b="1" dirty="0"/>
              <a:t>(</a:t>
            </a:r>
            <a:r>
              <a:rPr lang="en-US" b="1" dirty="0" smtClean="0"/>
              <a:t>Documentation/PPT):</a:t>
            </a:r>
            <a:r>
              <a:rPr lang="en-US" dirty="0" smtClean="0"/>
              <a:t> </a:t>
            </a:r>
            <a:r>
              <a:rPr lang="en-US" dirty="0"/>
              <a:t>Prepares PPT,  </a:t>
            </a:r>
            <a:r>
              <a:rPr lang="en-US" dirty="0" smtClean="0"/>
              <a:t>Documentation </a:t>
            </a:r>
            <a:r>
              <a:rPr lang="en-US" dirty="0"/>
              <a:t>and screenshots.</a:t>
            </a:r>
          </a:p>
          <a:p>
            <a:pPr lvl="1"/>
            <a:endParaRPr lang="en-IN" dirty="0"/>
          </a:p>
        </p:txBody>
      </p:sp>
      <p:sp>
        <p:nvSpPr>
          <p:cNvPr id="5" name="Title 4"/>
          <p:cNvSpPr>
            <a:spLocks noGrp="1"/>
          </p:cNvSpPr>
          <p:nvPr>
            <p:ph type="title"/>
          </p:nvPr>
        </p:nvSpPr>
        <p:spPr>
          <a:xfrm>
            <a:off x="3842157" y="322448"/>
            <a:ext cx="7944375" cy="986236"/>
          </a:xfrm>
        </p:spPr>
        <p:txBody>
          <a:bodyPr>
            <a:noAutofit/>
          </a:bodyPr>
          <a:lstStyle/>
          <a:p>
            <a:r>
              <a:rPr lang="en-US" sz="4800" dirty="0" smtClean="0">
                <a:latin typeface="Bauhaus 93" panose="04030905020B02020C02" pitchFamily="82" charset="0"/>
              </a:rPr>
              <a:t> </a:t>
            </a:r>
            <a:r>
              <a:rPr lang="en-US" sz="4800" dirty="0">
                <a:latin typeface="Bauhaus 93" panose="04030905020B02020C02" pitchFamily="82" charset="0"/>
              </a:rPr>
              <a:t>Work Division</a:t>
            </a:r>
          </a:p>
        </p:txBody>
      </p:sp>
      <p:cxnSp>
        <p:nvCxnSpPr>
          <p:cNvPr id="7" name="Straight Connector 6"/>
          <p:cNvCxnSpPr/>
          <p:nvPr/>
        </p:nvCxnSpPr>
        <p:spPr>
          <a:xfrm flipV="1">
            <a:off x="5897461" y="2273416"/>
            <a:ext cx="5419288" cy="25167"/>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026" name="Picture 2" descr="Businessman divide up the work to his employee De Vector Image"/>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7422" y="1443036"/>
            <a:ext cx="3971933" cy="3971930"/>
          </a:xfrm>
          <a:prstGeom prst="ellipse">
            <a:avLst/>
          </a:prstGeom>
          <a:ln w="63500" cap="rnd">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27725509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xmlns=""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xmlns=""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xmlns=""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DEFFB6BC-B8A2-4F6A-861D-C36B251B727B}"/>
              </a:ext>
            </a:extLst>
          </p:cNvPr>
          <p:cNvSpPr>
            <a:spLocks noGrp="1"/>
          </p:cNvSpPr>
          <p:nvPr>
            <p:ph idx="1"/>
          </p:nvPr>
        </p:nvSpPr>
        <p:spPr>
          <a:xfrm>
            <a:off x="5770816" y="2137146"/>
            <a:ext cx="5320696" cy="4053840"/>
          </a:xfrm>
        </p:spPr>
        <p:txBody>
          <a:bodyPr anchor="ctr">
            <a:normAutofit/>
          </a:bodyPr>
          <a:lstStyle/>
          <a:p>
            <a:pPr marL="0" indent="0">
              <a:buNone/>
            </a:pPr>
            <a:r>
              <a:rPr lang="en-US" sz="2000" dirty="0" smtClean="0"/>
              <a:t>Earlier, people used notebooks or diaries to write down their daily expenses, which was slow and often inaccurate. Later, some used spreadsheets, but they still required manual work. In the past, expenses were checked only after seeing bank statements. Today, because of online payments and frequent spending, managing money has become more difficult. Therefore, a </a:t>
            </a:r>
            <a:r>
              <a:rPr lang="en-US" sz="2000" b="1" dirty="0" smtClean="0"/>
              <a:t>Daily Expense Tracker</a:t>
            </a:r>
            <a:r>
              <a:rPr lang="en-US" sz="2000" dirty="0" smtClean="0"/>
              <a:t> helps students easily record daily expenses, understand spending habits, and manage money better.</a:t>
            </a:r>
            <a:endParaRPr lang="en-IN" sz="2000" dirty="0"/>
          </a:p>
        </p:txBody>
      </p:sp>
      <p:sp>
        <p:nvSpPr>
          <p:cNvPr id="6" name="Title 5"/>
          <p:cNvSpPr>
            <a:spLocks noGrp="1"/>
          </p:cNvSpPr>
          <p:nvPr>
            <p:ph type="title"/>
          </p:nvPr>
        </p:nvSpPr>
        <p:spPr>
          <a:xfrm>
            <a:off x="5335398" y="463404"/>
            <a:ext cx="6501468" cy="1482842"/>
          </a:xfrm>
        </p:spPr>
        <p:txBody>
          <a:bodyPr>
            <a:normAutofit/>
          </a:bodyPr>
          <a:lstStyle/>
          <a:p>
            <a:r>
              <a:rPr lang="en-US" sz="4800" dirty="0" smtClean="0">
                <a:latin typeface="Bauhaus 93" panose="04030905020B02020C02" pitchFamily="82" charset="0"/>
              </a:rPr>
              <a:t>The background</a:t>
            </a:r>
            <a:endParaRPr lang="en-US" sz="4800" dirty="0">
              <a:latin typeface="Bauhaus 93" panose="04030905020B02020C02" pitchFamily="82"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92645" y="1443034"/>
            <a:ext cx="3955052" cy="3907563"/>
          </a:xfrm>
          <a:prstGeom prst="ellipse">
            <a:avLst/>
          </a:prstGeom>
          <a:ln w="190500" cap="rnd">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xmlns="" val="378471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xmlns=""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xmlns=""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xmlns=""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2473D968-550A-45A2-B636-4D6F7BFB4421}"/>
              </a:ext>
            </a:extLst>
          </p:cNvPr>
          <p:cNvSpPr>
            <a:spLocks noGrp="1"/>
          </p:cNvSpPr>
          <p:nvPr>
            <p:ph idx="1"/>
          </p:nvPr>
        </p:nvSpPr>
        <p:spPr>
          <a:xfrm>
            <a:off x="5742697" y="2612315"/>
            <a:ext cx="5320696" cy="1828800"/>
          </a:xfrm>
        </p:spPr>
        <p:txBody>
          <a:bodyPr anchor="ctr">
            <a:normAutofit/>
          </a:bodyPr>
          <a:lstStyle/>
          <a:p>
            <a:r>
              <a:rPr lang="en-US" sz="2400" dirty="0" smtClean="0"/>
              <a:t>Track daily expenses by storing date, amount, and category in a database.</a:t>
            </a:r>
            <a:endParaRPr lang="en-IN" sz="2400" dirty="0"/>
          </a:p>
        </p:txBody>
      </p:sp>
      <p:sp>
        <p:nvSpPr>
          <p:cNvPr id="5" name="TextBox 4"/>
          <p:cNvSpPr txBox="1"/>
          <p:nvPr/>
        </p:nvSpPr>
        <p:spPr>
          <a:xfrm>
            <a:off x="4739779" y="735149"/>
            <a:ext cx="7155810" cy="707886"/>
          </a:xfrm>
          <a:prstGeom prst="rect">
            <a:avLst/>
          </a:prstGeom>
          <a:noFill/>
        </p:spPr>
        <p:txBody>
          <a:bodyPr wrap="square" rtlCol="0">
            <a:spAutoFit/>
          </a:bodyPr>
          <a:lstStyle/>
          <a:p>
            <a:pPr algn="ctr"/>
            <a:r>
              <a:rPr lang="en-US" sz="4000" dirty="0" smtClean="0">
                <a:latin typeface="Bauhaus 93" panose="04030905020B02020C02" pitchFamily="82" charset="0"/>
              </a:rPr>
              <a:t>PROBLEM STATEMENT</a:t>
            </a:r>
            <a:endParaRPr lang="en-US" sz="4000" dirty="0">
              <a:latin typeface="Bauhaus 93" panose="04030905020B02020C02" pitchFamily="82" charset="0"/>
            </a:endParaRPr>
          </a:p>
        </p:txBody>
      </p:sp>
      <p:sp>
        <p:nvSpPr>
          <p:cNvPr id="8" name="Rectangle 7"/>
          <p:cNvSpPr/>
          <p:nvPr/>
        </p:nvSpPr>
        <p:spPr>
          <a:xfrm>
            <a:off x="5310231" y="604008"/>
            <a:ext cx="6149130" cy="1023456"/>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052" name="Picture 4" descr="Problem Solving Concepts 4766324 Vector Art at Vecteezy"/>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7423" y="1443035"/>
            <a:ext cx="3971932" cy="3971930"/>
          </a:xfrm>
          <a:prstGeom prst="ellipse">
            <a:avLst/>
          </a:prstGeom>
          <a:ln w="63500" cap="rnd">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xmlns="">
                <a:solidFill>
                  <a:srgbClr val="FFFFFF"/>
                </a:solidFill>
              </a14:hiddenFill>
            </a:ext>
          </a:extLst>
        </p:spPr>
      </p:pic>
      <p:sp>
        <p:nvSpPr>
          <p:cNvPr id="12" name="Oval 11"/>
          <p:cNvSpPr/>
          <p:nvPr/>
        </p:nvSpPr>
        <p:spPr>
          <a:xfrm>
            <a:off x="2037986" y="4798503"/>
            <a:ext cx="2074993" cy="5452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093797" y="4878090"/>
            <a:ext cx="2019182" cy="369332"/>
          </a:xfrm>
          <a:prstGeom prst="rect">
            <a:avLst/>
          </a:prstGeom>
          <a:noFill/>
        </p:spPr>
        <p:txBody>
          <a:bodyPr wrap="square" rtlCol="0">
            <a:spAutoFit/>
          </a:bodyPr>
          <a:lstStyle/>
          <a:p>
            <a:r>
              <a:rPr lang="en-US" dirty="0" smtClean="0"/>
              <a:t>Problem statement</a:t>
            </a:r>
            <a:endParaRPr lang="en-US" dirty="0"/>
          </a:p>
        </p:txBody>
      </p:sp>
    </p:spTree>
    <p:extLst>
      <p:ext uri="{BB962C8B-B14F-4D97-AF65-F5344CB8AC3E}">
        <p14:creationId xmlns:p14="http://schemas.microsoft.com/office/powerpoint/2010/main" xmlns="" val="102367698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xmlns=""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xmlns=""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C46ED790-B911-4363-9E4B-39B6B5FCE59E}"/>
              </a:ext>
            </a:extLst>
          </p:cNvPr>
          <p:cNvSpPr>
            <a:spLocks noGrp="1"/>
          </p:cNvSpPr>
          <p:nvPr>
            <p:ph idx="1"/>
          </p:nvPr>
        </p:nvSpPr>
        <p:spPr>
          <a:xfrm>
            <a:off x="5882252" y="1820160"/>
            <a:ext cx="5320696" cy="4053840"/>
          </a:xfrm>
        </p:spPr>
        <p:txBody>
          <a:bodyPr anchor="ctr"/>
          <a:lstStyle/>
          <a:p>
            <a:r>
              <a:rPr lang="en-US" dirty="0"/>
              <a:t>The proposed solution is a Daily Expense Tracker that uses Python and MySQL to manage expense records efficiently.</a:t>
            </a:r>
            <a:br>
              <a:rPr lang="en-US" dirty="0"/>
            </a:br>
            <a:r>
              <a:rPr lang="en-US" dirty="0"/>
              <a:t>Users can add, view, update, and delete their daily expenses through a simple interface.</a:t>
            </a:r>
            <a:br>
              <a:rPr lang="en-US" dirty="0"/>
            </a:br>
            <a:r>
              <a:rPr lang="en-US" dirty="0"/>
              <a:t>All expense data is securely stored in a MySQL database for easy retrieval and modification.</a:t>
            </a:r>
            <a:br>
              <a:rPr lang="en-US" dirty="0"/>
            </a:br>
            <a:r>
              <a:rPr lang="en-US" dirty="0"/>
              <a:t>This system helps users track spending accurately and maintain organized financial records.</a:t>
            </a:r>
          </a:p>
          <a:p>
            <a:endParaRPr lang="en-IN" dirty="0"/>
          </a:p>
        </p:txBody>
      </p:sp>
      <p:sp>
        <p:nvSpPr>
          <p:cNvPr id="9" name="Rectangle 8"/>
          <p:cNvSpPr/>
          <p:nvPr/>
        </p:nvSpPr>
        <p:spPr>
          <a:xfrm>
            <a:off x="5465427" y="638919"/>
            <a:ext cx="6149130" cy="1023456"/>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5" name="TextBox 4"/>
          <p:cNvSpPr txBox="1"/>
          <p:nvPr/>
        </p:nvSpPr>
        <p:spPr>
          <a:xfrm>
            <a:off x="5620623" y="796704"/>
            <a:ext cx="5838738" cy="707886"/>
          </a:xfrm>
          <a:prstGeom prst="rect">
            <a:avLst/>
          </a:prstGeom>
          <a:noFill/>
        </p:spPr>
        <p:txBody>
          <a:bodyPr wrap="square" rtlCol="0">
            <a:spAutoFit/>
          </a:bodyPr>
          <a:lstStyle/>
          <a:p>
            <a:pPr algn="ctr"/>
            <a:r>
              <a:rPr lang="en-US" sz="4000" dirty="0">
                <a:latin typeface="Bauhaus 93" panose="04030905020B02020C02" pitchFamily="82" charset="0"/>
              </a:rPr>
              <a:t>Proposed Solution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915499" y="1323681"/>
            <a:ext cx="4153480" cy="4210638"/>
          </a:xfrm>
          <a:prstGeom prst="ellipse">
            <a:avLst/>
          </a:prstGeom>
          <a:ln w="63500" cap="rnd">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xmlns="" val="1741187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xmlns=""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xmlns=""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D937833B-3907-4B83-9F77-D0F494B71546}"/>
              </a:ext>
            </a:extLst>
          </p:cNvPr>
          <p:cNvSpPr>
            <a:spLocks noGrp="1"/>
          </p:cNvSpPr>
          <p:nvPr>
            <p:ph idx="1"/>
          </p:nvPr>
        </p:nvSpPr>
        <p:spPr>
          <a:xfrm>
            <a:off x="6206777" y="2014476"/>
            <a:ext cx="5320696" cy="4053840"/>
          </a:xfrm>
        </p:spPr>
        <p:txBody>
          <a:bodyPr anchor="ctr">
            <a:normAutofit/>
          </a:bodyPr>
          <a:lstStyle/>
          <a:p>
            <a:r>
              <a:rPr lang="en-US" b="1" dirty="0"/>
              <a:t>MySQL:</a:t>
            </a:r>
            <a:r>
              <a:rPr lang="en-US" dirty="0"/>
              <a:t/>
            </a:r>
            <a:br>
              <a:rPr lang="en-US" dirty="0"/>
            </a:br>
            <a:r>
              <a:rPr lang="en-US" sz="1600" dirty="0"/>
              <a:t>MySQL is a relational database used to store data in tables.</a:t>
            </a:r>
            <a:br>
              <a:rPr lang="en-US" sz="1600" dirty="0"/>
            </a:br>
            <a:r>
              <a:rPr lang="en-US" sz="1600" dirty="0"/>
              <a:t>It is fast, secure, and can handle large amounts of data.</a:t>
            </a:r>
            <a:br>
              <a:rPr lang="en-US" sz="1600" dirty="0"/>
            </a:br>
            <a:r>
              <a:rPr lang="en-US" sz="1600" dirty="0"/>
              <a:t>In an expense tracker, MySQL stores user and expense information safely</a:t>
            </a:r>
            <a:r>
              <a:rPr lang="en-US" sz="1600" dirty="0" smtClean="0"/>
              <a:t>.</a:t>
            </a:r>
          </a:p>
          <a:p>
            <a:r>
              <a:rPr lang="en-US" b="1" dirty="0"/>
              <a:t>Python:</a:t>
            </a:r>
            <a:r>
              <a:rPr lang="en-US" dirty="0"/>
              <a:t/>
            </a:r>
            <a:br>
              <a:rPr lang="en-US" dirty="0"/>
            </a:br>
            <a:r>
              <a:rPr lang="en-US" sz="1600" dirty="0"/>
              <a:t>Python is a high-level programming language that is easy to read and write.</a:t>
            </a:r>
            <a:br>
              <a:rPr lang="en-US" sz="1600" dirty="0"/>
            </a:br>
            <a:r>
              <a:rPr lang="en-US" sz="1600" dirty="0"/>
              <a:t>It provides frameworks like Flask and Django for backend development.</a:t>
            </a:r>
            <a:br>
              <a:rPr lang="en-US" sz="1600" dirty="0"/>
            </a:br>
            <a:r>
              <a:rPr lang="en-US" sz="1600" dirty="0"/>
              <a:t>In an expense tracker, Python handles business logic and data processing.</a:t>
            </a:r>
            <a:endParaRPr lang="en-IN" sz="1600" dirty="0"/>
          </a:p>
        </p:txBody>
      </p:sp>
      <p:sp>
        <p:nvSpPr>
          <p:cNvPr id="6" name="Title 5"/>
          <p:cNvSpPr>
            <a:spLocks noGrp="1"/>
          </p:cNvSpPr>
          <p:nvPr>
            <p:ph type="title"/>
          </p:nvPr>
        </p:nvSpPr>
        <p:spPr>
          <a:xfrm>
            <a:off x="5089355" y="469741"/>
            <a:ext cx="6814992" cy="1174501"/>
          </a:xfrm>
        </p:spPr>
        <p:txBody>
          <a:bodyPr/>
          <a:lstStyle/>
          <a:p>
            <a:r>
              <a:rPr lang="en-IN" dirty="0">
                <a:solidFill>
                  <a:schemeClr val="tx2">
                    <a:lumMod val="50000"/>
                  </a:schemeClr>
                </a:solidFill>
                <a:latin typeface="Bauhaus 93" panose="04030905020B02020C02" pitchFamily="82" charset="0"/>
              </a:rPr>
              <a:t>Technology Stack &amp; Requirements</a:t>
            </a:r>
            <a:endParaRPr lang="en-US" dirty="0">
              <a:solidFill>
                <a:schemeClr val="tx2">
                  <a:lumMod val="50000"/>
                </a:schemeClr>
              </a:solidFill>
              <a:latin typeface="Bauhaus 93" panose="04030905020B02020C02" pitchFamily="82" charset="0"/>
            </a:endParaRPr>
          </a:p>
        </p:txBody>
      </p:sp>
      <p:pic>
        <p:nvPicPr>
          <p:cNvPr id="2050" name="Picture 2" descr="A Beginner's Guide to Integrating MySQL with Python"/>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7423" y="1443035"/>
            <a:ext cx="3971932" cy="3971930"/>
          </a:xfrm>
          <a:prstGeom prst="ellipse">
            <a:avLst/>
          </a:prstGeom>
          <a:ln w="63500" cap="rnd">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96619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Five bulbs and one of them is glowing">
            <a:extLst>
              <a:ext uri="{FF2B5EF4-FFF2-40B4-BE49-F238E27FC236}">
                <a16:creationId xmlns:a16="http://schemas.microsoft.com/office/drawing/2014/main" xmlns="" id="{6502B327-023B-19C1-2A07-58822C3EC950}"/>
              </a:ext>
            </a:extLst>
          </p:cNvPr>
          <p:cNvPicPr>
            <a:picLocks noChangeAspect="1"/>
          </p:cNvPicPr>
          <p:nvPr/>
        </p:nvPicPr>
        <p:blipFill>
          <a:blip r:embed="rId2" cstate="print"/>
          <a:srcRect l="20348" r="20317" b="-1"/>
          <a:stretch/>
        </p:blipFill>
        <p:spPr>
          <a:xfrm>
            <a:off x="642" y="10"/>
            <a:ext cx="6096000" cy="6857990"/>
          </a:xfrm>
          <a:prstGeom prst="rect">
            <a:avLst/>
          </a:prstGeom>
        </p:spPr>
      </p:pic>
      <p:sp>
        <p:nvSpPr>
          <p:cNvPr id="2" name="Title 1">
            <a:extLst>
              <a:ext uri="{FF2B5EF4-FFF2-40B4-BE49-F238E27FC236}">
                <a16:creationId xmlns:a16="http://schemas.microsoft.com/office/drawing/2014/main" xmlns="" id="{7AED9BD6-F510-4FEC-BBC3-026270D71F4F}"/>
              </a:ext>
            </a:extLst>
          </p:cNvPr>
          <p:cNvSpPr>
            <a:spLocks noGrp="1"/>
          </p:cNvSpPr>
          <p:nvPr>
            <p:ph type="title"/>
          </p:nvPr>
        </p:nvSpPr>
        <p:spPr>
          <a:xfrm>
            <a:off x="6902757" y="562316"/>
            <a:ext cx="4487298" cy="1174991"/>
          </a:xfrm>
          <a:solidFill>
            <a:schemeClr val="tx1">
              <a:alpha val="60000"/>
            </a:schemeClr>
          </a:solidFill>
          <a:ln>
            <a:solidFill>
              <a:schemeClr val="bg1"/>
            </a:solidFill>
          </a:ln>
        </p:spPr>
        <p:txBody>
          <a:bodyPr>
            <a:normAutofit/>
          </a:bodyPr>
          <a:lstStyle/>
          <a:p>
            <a:r>
              <a:rPr lang="en-IN" sz="3200" dirty="0">
                <a:solidFill>
                  <a:schemeClr val="bg1"/>
                </a:solidFill>
                <a:latin typeface="Bauhaus 93" panose="04030905020B02020C02" pitchFamily="82" charset="0"/>
              </a:rPr>
              <a:t>Innovative Idea</a:t>
            </a:r>
          </a:p>
        </p:txBody>
      </p:sp>
      <p:sp>
        <p:nvSpPr>
          <p:cNvPr id="3" name="Content Placeholder 2">
            <a:extLst>
              <a:ext uri="{FF2B5EF4-FFF2-40B4-BE49-F238E27FC236}">
                <a16:creationId xmlns:a16="http://schemas.microsoft.com/office/drawing/2014/main" xmlns="" id="{9644AC4F-2932-4F44-A84F-2F39667FE8D6}"/>
              </a:ext>
            </a:extLst>
          </p:cNvPr>
          <p:cNvSpPr>
            <a:spLocks noGrp="1"/>
          </p:cNvSpPr>
          <p:nvPr>
            <p:ph idx="1"/>
          </p:nvPr>
        </p:nvSpPr>
        <p:spPr>
          <a:xfrm>
            <a:off x="6802664" y="1504635"/>
            <a:ext cx="4804931" cy="4919815"/>
          </a:xfrm>
        </p:spPr>
        <p:txBody>
          <a:bodyPr anchor="ctr"/>
          <a:lstStyle/>
          <a:p>
            <a:r>
              <a:rPr lang="en-US" dirty="0"/>
              <a:t>An innovative idea for a Daily Expense Tracker is </a:t>
            </a:r>
            <a:r>
              <a:rPr lang="en-US" b="1" dirty="0"/>
              <a:t>smart auto-categorization of expenses</a:t>
            </a:r>
            <a:r>
              <a:rPr lang="en-US" dirty="0"/>
              <a:t> using rules or basic AI to reduce manual work.</a:t>
            </a:r>
            <a:br>
              <a:rPr lang="en-US" dirty="0"/>
            </a:br>
            <a:r>
              <a:rPr lang="en-US" dirty="0"/>
              <a:t>The system can </a:t>
            </a:r>
            <a:r>
              <a:rPr lang="en-US" b="1" dirty="0"/>
              <a:t>predict budget overuse</a:t>
            </a:r>
            <a:r>
              <a:rPr lang="en-US" dirty="0"/>
              <a:t> and alert users before they exceed limits.</a:t>
            </a:r>
            <a:br>
              <a:rPr lang="en-US" dirty="0"/>
            </a:br>
            <a:r>
              <a:rPr lang="en-US" dirty="0"/>
              <a:t>It can also provide </a:t>
            </a:r>
            <a:r>
              <a:rPr lang="en-US" b="1" dirty="0"/>
              <a:t>personalized spending insights and tips</a:t>
            </a:r>
            <a:r>
              <a:rPr lang="en-US" dirty="0"/>
              <a:t> to help users save money.</a:t>
            </a:r>
          </a:p>
          <a:p>
            <a:endParaRPr lang="en-IN" dirty="0"/>
          </a:p>
        </p:txBody>
      </p:sp>
    </p:spTree>
    <p:extLst>
      <p:ext uri="{BB962C8B-B14F-4D97-AF65-F5344CB8AC3E}">
        <p14:creationId xmlns:p14="http://schemas.microsoft.com/office/powerpoint/2010/main" xmlns="" val="3463141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xmlns=""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xmlns=""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FF997BAE-B1B3-43F5-817C-987B4C2A3BFF}"/>
              </a:ext>
            </a:extLst>
          </p:cNvPr>
          <p:cNvSpPr>
            <a:spLocks noGrp="1"/>
          </p:cNvSpPr>
          <p:nvPr>
            <p:ph idx="1"/>
          </p:nvPr>
        </p:nvSpPr>
        <p:spPr>
          <a:xfrm>
            <a:off x="6111812" y="1964142"/>
            <a:ext cx="5320696" cy="4053840"/>
          </a:xfrm>
        </p:spPr>
        <p:txBody>
          <a:bodyPr anchor="ctr"/>
          <a:lstStyle/>
          <a:p>
            <a:r>
              <a:rPr lang="en-US" b="1" dirty="0"/>
              <a:t>Results / Analysis / Outcomes:</a:t>
            </a:r>
            <a:r>
              <a:rPr lang="en-US" dirty="0"/>
              <a:t/>
            </a:r>
            <a:br>
              <a:rPr lang="en-US" dirty="0"/>
            </a:br>
            <a:r>
              <a:rPr lang="en-US" sz="1600" dirty="0"/>
              <a:t>The Daily Expense Tracker successfully records and manages daily expenses accurately.</a:t>
            </a:r>
            <a:br>
              <a:rPr lang="en-US" sz="1600" dirty="0"/>
            </a:br>
            <a:r>
              <a:rPr lang="en-US" sz="1600" dirty="0"/>
              <a:t>Users can clearly analyze their spending patterns through summaries and reports.</a:t>
            </a:r>
            <a:br>
              <a:rPr lang="en-US" sz="1600" dirty="0"/>
            </a:br>
            <a:r>
              <a:rPr lang="en-US" sz="1600" dirty="0"/>
              <a:t>The system helps identify unnecessary expenses and improves financial awareness.</a:t>
            </a:r>
          </a:p>
          <a:p>
            <a:r>
              <a:rPr lang="en-US" b="1" dirty="0"/>
              <a:t>Benefits of the Solution:</a:t>
            </a:r>
            <a:r>
              <a:rPr lang="en-US" dirty="0"/>
              <a:t/>
            </a:r>
            <a:br>
              <a:rPr lang="en-US" dirty="0"/>
            </a:br>
            <a:r>
              <a:rPr lang="en-US" dirty="0"/>
              <a:t>The solution saves time by organizing expenses automatically.</a:t>
            </a:r>
            <a:br>
              <a:rPr lang="en-US" dirty="0"/>
            </a:br>
            <a:r>
              <a:rPr lang="en-US" dirty="0"/>
              <a:t>It helps users control budgets, reduce overspending, and develop better saving habits.</a:t>
            </a:r>
          </a:p>
          <a:p>
            <a:endParaRPr lang="en-IN" dirty="0"/>
          </a:p>
        </p:txBody>
      </p:sp>
      <p:sp>
        <p:nvSpPr>
          <p:cNvPr id="6" name="Title 5"/>
          <p:cNvSpPr>
            <a:spLocks noGrp="1"/>
          </p:cNvSpPr>
          <p:nvPr>
            <p:ph type="title"/>
          </p:nvPr>
        </p:nvSpPr>
        <p:spPr>
          <a:xfrm>
            <a:off x="4274655" y="213360"/>
            <a:ext cx="7729728" cy="1188720"/>
          </a:xfrm>
        </p:spPr>
        <p:txBody>
          <a:bodyPr>
            <a:noAutofit/>
          </a:bodyPr>
          <a:lstStyle/>
          <a:p>
            <a:r>
              <a:rPr lang="en-IN" sz="3600" dirty="0">
                <a:solidFill>
                  <a:schemeClr val="tx2">
                    <a:lumMod val="50000"/>
                  </a:schemeClr>
                </a:solidFill>
                <a:latin typeface="Bauhaus 93" panose="04030905020B02020C02" pitchFamily="82" charset="0"/>
              </a:rPr>
              <a:t>Results / Outcomes / Analysis</a:t>
            </a:r>
            <a:endParaRPr lang="en-US" sz="3600" dirty="0">
              <a:solidFill>
                <a:schemeClr val="tx2">
                  <a:lumMod val="50000"/>
                </a:schemeClr>
              </a:solidFill>
              <a:latin typeface="Bauhaus 93" panose="04030905020B02020C02" pitchFamily="82"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117422" y="1443035"/>
            <a:ext cx="3971933" cy="3951086"/>
          </a:xfrm>
          <a:prstGeom prst="ellipse">
            <a:avLst/>
          </a:prstGeom>
          <a:ln w="63500" cap="rnd">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xmlns="" val="3130655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5131FA-8D36-492B-8E16-2BB465AADDDF}"/>
              </a:ext>
            </a:extLst>
          </p:cNvPr>
          <p:cNvSpPr>
            <a:spLocks noGrp="1"/>
          </p:cNvSpPr>
          <p:nvPr>
            <p:ph type="title"/>
          </p:nvPr>
        </p:nvSpPr>
        <p:spPr>
          <a:xfrm>
            <a:off x="6936313" y="610033"/>
            <a:ext cx="4487298" cy="1174991"/>
          </a:xfrm>
          <a:solidFill>
            <a:schemeClr val="tx1">
              <a:alpha val="60000"/>
            </a:schemeClr>
          </a:solidFill>
          <a:ln>
            <a:solidFill>
              <a:schemeClr val="bg1"/>
            </a:solidFill>
          </a:ln>
        </p:spPr>
        <p:txBody>
          <a:bodyPr>
            <a:normAutofit/>
          </a:bodyPr>
          <a:lstStyle/>
          <a:p>
            <a:r>
              <a:rPr lang="en-IN" sz="2400">
                <a:solidFill>
                  <a:schemeClr val="bg1"/>
                </a:solidFill>
              </a:rPr>
              <a:t>Limitations</a:t>
            </a:r>
          </a:p>
        </p:txBody>
      </p:sp>
      <p:sp>
        <p:nvSpPr>
          <p:cNvPr id="3" name="Content Placeholder 2">
            <a:extLst>
              <a:ext uri="{FF2B5EF4-FFF2-40B4-BE49-F238E27FC236}">
                <a16:creationId xmlns:a16="http://schemas.microsoft.com/office/drawing/2014/main" xmlns="" id="{B2658A8F-6943-4E76-8967-55B21E8D3429}"/>
              </a:ext>
            </a:extLst>
          </p:cNvPr>
          <p:cNvSpPr>
            <a:spLocks noGrp="1"/>
          </p:cNvSpPr>
          <p:nvPr>
            <p:ph idx="1"/>
          </p:nvPr>
        </p:nvSpPr>
        <p:spPr>
          <a:xfrm>
            <a:off x="6777497" y="1504635"/>
            <a:ext cx="4804931" cy="4919815"/>
          </a:xfrm>
        </p:spPr>
        <p:txBody>
          <a:bodyPr anchor="ctr"/>
          <a:lstStyle/>
          <a:p>
            <a:r>
              <a:rPr lang="en-US" dirty="0"/>
              <a:t>The application relies on manual entry of expenses, which may lead to incomplete or incorrect data.</a:t>
            </a:r>
            <a:br>
              <a:rPr lang="en-US" dirty="0"/>
            </a:br>
            <a:r>
              <a:rPr lang="en-US" dirty="0"/>
              <a:t>It does not fully support automatic bank or payment app integration.</a:t>
            </a:r>
            <a:br>
              <a:rPr lang="en-US" dirty="0"/>
            </a:br>
            <a:r>
              <a:rPr lang="en-US" dirty="0"/>
              <a:t>Expense predictions and insights are limited by the amount of historical data available.</a:t>
            </a:r>
          </a:p>
          <a:p>
            <a:endParaRPr lang="en-IN" dirty="0"/>
          </a:p>
        </p:txBody>
      </p:sp>
      <p:pic>
        <p:nvPicPr>
          <p:cNvPr id="3074" name="Picture 2" descr="Limitation Vector Art, Icons, and Graphics for Free Download"/>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5279" y="184559"/>
            <a:ext cx="6473402" cy="645952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24759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5131FA-8D36-492B-8E16-2BB465AADDDF}"/>
              </a:ext>
            </a:extLst>
          </p:cNvPr>
          <p:cNvSpPr>
            <a:spLocks noGrp="1"/>
          </p:cNvSpPr>
          <p:nvPr>
            <p:ph type="title"/>
          </p:nvPr>
        </p:nvSpPr>
        <p:spPr>
          <a:xfrm>
            <a:off x="5445496" y="978776"/>
            <a:ext cx="5925310" cy="1174991"/>
          </a:xfrm>
        </p:spPr>
        <p:txBody>
          <a:bodyPr>
            <a:normAutofit/>
          </a:bodyPr>
          <a:lstStyle/>
          <a:p>
            <a:r>
              <a:rPr lang="en-IN" sz="4400" dirty="0" smtClean="0">
                <a:latin typeface="Bauhaus 93" panose="04030905020B02020C02" pitchFamily="82" charset="0"/>
              </a:rPr>
              <a:t>Future Scope</a:t>
            </a:r>
            <a:endParaRPr lang="en-IN" sz="4400" dirty="0">
              <a:latin typeface="Bauhaus 93" panose="04030905020B02020C02" pitchFamily="82" charset="0"/>
            </a:endParaRPr>
          </a:p>
        </p:txBody>
      </p:sp>
      <p:sp>
        <p:nvSpPr>
          <p:cNvPr id="3" name="Content Placeholder 2">
            <a:extLst>
              <a:ext uri="{FF2B5EF4-FFF2-40B4-BE49-F238E27FC236}">
                <a16:creationId xmlns:a16="http://schemas.microsoft.com/office/drawing/2014/main" xmlns="" id="{B2658A8F-6943-4E76-8967-55B21E8D3429}"/>
              </a:ext>
            </a:extLst>
          </p:cNvPr>
          <p:cNvSpPr>
            <a:spLocks noGrp="1"/>
          </p:cNvSpPr>
          <p:nvPr>
            <p:ph idx="1"/>
          </p:nvPr>
        </p:nvSpPr>
        <p:spPr>
          <a:xfrm>
            <a:off x="5512608" y="2959473"/>
            <a:ext cx="5925310" cy="3255252"/>
          </a:xfrm>
        </p:spPr>
        <p:txBody>
          <a:bodyPr/>
          <a:lstStyle/>
          <a:p>
            <a:r>
              <a:rPr lang="en-US" dirty="0"/>
              <a:t>The future scope of a daily expense tracker includes adding automatic expense tracking from bank messages and bills. It can use smart features to predict future spending and suggest ways to save money. Cloud storage can allow users to access their data from multiple devices. The app can also include budget alerts and financial reports to help users manage expenses better.</a:t>
            </a:r>
          </a:p>
          <a:p>
            <a:endParaRPr lang="en-IN" dirty="0"/>
          </a:p>
        </p:txBody>
      </p:sp>
      <p:pic>
        <p:nvPicPr>
          <p:cNvPr id="1026" name="Picture 2" descr="The Future of Family Office Reporti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3964" y="685427"/>
            <a:ext cx="4905375" cy="514492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816418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BC3E1C3D-633C-4756-B09B-9AD080714C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36668" y="640080"/>
            <a:ext cx="10915252" cy="5263134"/>
          </a:xfrm>
          <a:prstGeom prst="rect">
            <a:avLst/>
          </a:prstGeom>
          <a:noFill/>
          <a:ln w="317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1295DAF8-54BC-4834-A4B1-7DD2F7AFE5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01520" y="802767"/>
            <a:ext cx="10585166" cy="4937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B5131FA-8D36-492B-8E16-2BB465AADDDF}"/>
              </a:ext>
            </a:extLst>
          </p:cNvPr>
          <p:cNvSpPr>
            <a:spLocks noGrp="1"/>
          </p:cNvSpPr>
          <p:nvPr>
            <p:ph type="title"/>
          </p:nvPr>
        </p:nvSpPr>
        <p:spPr>
          <a:xfrm>
            <a:off x="1120624" y="1122807"/>
            <a:ext cx="9954443" cy="4297680"/>
          </a:xfrm>
          <a:noFill/>
          <a:ln>
            <a:noFill/>
          </a:ln>
        </p:spPr>
        <p:txBody>
          <a:bodyPr vert="horz" lIns="182880" tIns="182880" rIns="182880" bIns="182880" rtlCol="0" anchor="ctr">
            <a:noAutofit/>
          </a:bodyPr>
          <a:lstStyle/>
          <a:p>
            <a:r>
              <a:rPr lang="en-US" sz="4800" dirty="0">
                <a:solidFill>
                  <a:srgbClr val="FFFFFF"/>
                </a:solidFill>
              </a:rPr>
              <a:t>karnatakmansi149/daily-expense-tracker</a:t>
            </a:r>
            <a:endParaRPr lang="en-US" sz="4800" kern="1200" cap="all" spc="200" baseline="0" dirty="0">
              <a:solidFill>
                <a:srgbClr val="FFFFFF"/>
              </a:solidFill>
              <a:latin typeface="+mj-lt"/>
            </a:endParaRPr>
          </a:p>
        </p:txBody>
      </p:sp>
    </p:spTree>
    <p:extLst>
      <p:ext uri="{BB962C8B-B14F-4D97-AF65-F5344CB8AC3E}">
        <p14:creationId xmlns:p14="http://schemas.microsoft.com/office/powerpoint/2010/main" xmlns="" val="2900703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6C2A9291-55AD-4DDC-8735-1BA5A1C98CC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C78A74F5-46D6-41B8-88F6-8920EDCB47B2}"/>
              </a:ext>
            </a:extLst>
          </p:cNvPr>
          <p:cNvSpPr>
            <a:spLocks noGrp="1"/>
          </p:cNvSpPr>
          <p:nvPr>
            <p:ph type="title"/>
          </p:nvPr>
        </p:nvSpPr>
        <p:spPr>
          <a:xfrm>
            <a:off x="1752600" y="2542604"/>
            <a:ext cx="8686800" cy="1772793"/>
          </a:xfrm>
          <a:solidFill>
            <a:srgbClr val="FFFFFF"/>
          </a:solidFill>
          <a:ln>
            <a:solidFill>
              <a:srgbClr val="404040"/>
            </a:solidFill>
          </a:ln>
        </p:spPr>
        <p:txBody>
          <a:bodyPr vert="horz" wrap="square" lIns="182880" tIns="182880" rIns="182880" bIns="182880" rtlCol="0" anchor="ctr">
            <a:noAutofit/>
          </a:bodyPr>
          <a:lstStyle/>
          <a:p>
            <a:r>
              <a:rPr lang="en-US" sz="11500" kern="1200" cap="all" spc="200" baseline="0" dirty="0">
                <a:solidFill>
                  <a:srgbClr val="262626"/>
                </a:solidFill>
                <a:latin typeface="Bauhaus 93" panose="04030905020B02020C02" pitchFamily="82" charset="0"/>
              </a:rPr>
              <a:t>Thank You</a:t>
            </a:r>
          </a:p>
        </p:txBody>
      </p:sp>
    </p:spTree>
    <p:extLst>
      <p:ext uri="{BB962C8B-B14F-4D97-AF65-F5344CB8AC3E}">
        <p14:creationId xmlns:p14="http://schemas.microsoft.com/office/powerpoint/2010/main" xmlns="" val="37206217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xmlns=""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otalTime>514</TotalTime>
  <Words>362</Words>
  <Application>Microsoft Office PowerPoint</Application>
  <PresentationFormat>Custom</PresentationFormat>
  <Paragraphs>36</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Parcel</vt:lpstr>
      <vt:lpstr> Mental Health Text Risk Detector</vt:lpstr>
      <vt:lpstr> Team 4</vt:lpstr>
      <vt:lpstr> Work Division</vt:lpstr>
      <vt:lpstr>The background</vt:lpstr>
      <vt:lpstr>Slide 5</vt:lpstr>
      <vt:lpstr>Slide 6</vt:lpstr>
      <vt:lpstr>Technology Stack &amp; Requirements</vt:lpstr>
      <vt:lpstr>Innovative Idea</vt:lpstr>
      <vt:lpstr>Results / Outcomes / Analysis</vt:lpstr>
      <vt:lpstr>Limitations</vt:lpstr>
      <vt:lpstr>Future Scope</vt:lpstr>
      <vt:lpstr>karnatakmansi149/daily-expense-tracker</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Prateek Vashishtha</dc:creator>
  <cp:lastModifiedBy>Skillsaksham .</cp:lastModifiedBy>
  <cp:revision>35</cp:revision>
  <dcterms:created xsi:type="dcterms:W3CDTF">2021-11-25T04:17:35Z</dcterms:created>
  <dcterms:modified xsi:type="dcterms:W3CDTF">2026-05-14T04:51:55Z</dcterms:modified>
</cp:coreProperties>
</file>